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2.svg" ContentType="image/svg+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75" r:id="rId3"/>
  </p:sldMasterIdLst>
  <p:notesMasterIdLst>
    <p:notesMasterId r:id="rId5"/>
  </p:notesMasterIdLst>
  <p:handoutMasterIdLst>
    <p:handoutMasterId r:id="rId39"/>
  </p:handoutMasterIdLst>
  <p:sldIdLst>
    <p:sldId id="256" r:id="rId4"/>
    <p:sldId id="948" r:id="rId6"/>
    <p:sldId id="949" r:id="rId7"/>
    <p:sldId id="1046" r:id="rId8"/>
    <p:sldId id="1092" r:id="rId9"/>
    <p:sldId id="1007" r:id="rId10"/>
    <p:sldId id="1018" r:id="rId11"/>
    <p:sldId id="1023" r:id="rId12"/>
    <p:sldId id="1093" r:id="rId13"/>
    <p:sldId id="996" r:id="rId14"/>
    <p:sldId id="1045" r:id="rId15"/>
    <p:sldId id="1025" r:id="rId16"/>
    <p:sldId id="1094" r:id="rId17"/>
    <p:sldId id="1001" r:id="rId18"/>
    <p:sldId id="1096" r:id="rId19"/>
    <p:sldId id="1095" r:id="rId20"/>
    <p:sldId id="997" r:id="rId21"/>
    <p:sldId id="1074" r:id="rId22"/>
    <p:sldId id="1075" r:id="rId23"/>
    <p:sldId id="1049" r:id="rId24"/>
    <p:sldId id="1051" r:id="rId25"/>
    <p:sldId id="1076" r:id="rId26"/>
    <p:sldId id="1052" r:id="rId27"/>
    <p:sldId id="1053" r:id="rId28"/>
    <p:sldId id="1054" r:id="rId29"/>
    <p:sldId id="1044" r:id="rId30"/>
    <p:sldId id="991" r:id="rId31"/>
    <p:sldId id="1078" r:id="rId32"/>
    <p:sldId id="1079" r:id="rId33"/>
    <p:sldId id="973" r:id="rId34"/>
    <p:sldId id="1015" r:id="rId35"/>
    <p:sldId id="977" r:id="rId36"/>
    <p:sldId id="978" r:id="rId37"/>
    <p:sldId id="322" r:id="rId38"/>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0" userDrawn="1">
          <p15:clr>
            <a:srgbClr val="A4A3A4"/>
          </p15:clr>
        </p15:guide>
        <p15:guide id="2" orient="horz" pos="224" userDrawn="1">
          <p15:clr>
            <a:srgbClr val="A4A3A4"/>
          </p15:clr>
        </p15:guide>
        <p15:guide id="3" orient="horz" pos="2047" userDrawn="1">
          <p15:clr>
            <a:srgbClr val="A4A3A4"/>
          </p15:clr>
        </p15:guide>
        <p15:guide id="4" orient="horz" pos="4269" userDrawn="1">
          <p15:clr>
            <a:srgbClr val="A4A3A4"/>
          </p15:clr>
        </p15:guide>
        <p15:guide id="5" pos="0" userDrawn="1">
          <p15:clr>
            <a:srgbClr val="A4A3A4"/>
          </p15:clr>
        </p15:guide>
        <p15:guide id="6" pos="7680" userDrawn="1">
          <p15:clr>
            <a:srgbClr val="A4A3A4"/>
          </p15:clr>
        </p15:guide>
        <p15:guide id="7" pos="237" userDrawn="1">
          <p15:clr>
            <a:srgbClr val="A4A3A4"/>
          </p15:clr>
        </p15:guide>
        <p15:guide id="8" pos="7521" userDrawn="1">
          <p15:clr>
            <a:srgbClr val="A4A3A4"/>
          </p15:clr>
        </p15:guide>
        <p15:guide id="9" orient="horz" pos="374" userDrawn="1">
          <p15:clr>
            <a:srgbClr val="A4A3A4"/>
          </p15:clr>
        </p15:guide>
        <p15:guide id="10" orient="horz" pos="39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5" clrIdx="0"/>
  <p:cmAuthor id="2" name="yang jingyu" initials="yj"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B0BF3"/>
    <a:srgbClr val="184199"/>
    <a:srgbClr val="366AB5"/>
    <a:srgbClr val="0D5490"/>
    <a:srgbClr val="60AC3C"/>
    <a:srgbClr val="61AC3A"/>
    <a:srgbClr val="9BBB59"/>
    <a:srgbClr val="165E87"/>
    <a:srgbClr val="607695"/>
    <a:srgbClr val="13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08" autoAdjust="0"/>
    <p:restoredTop sz="93937" autoAdjust="0"/>
  </p:normalViewPr>
  <p:slideViewPr>
    <p:cSldViewPr snapToGrid="0" snapToObjects="1" showGuides="1">
      <p:cViewPr varScale="1">
        <p:scale>
          <a:sx n="110" d="100"/>
          <a:sy n="110" d="100"/>
        </p:scale>
        <p:origin x="992" y="168"/>
      </p:cViewPr>
      <p:guideLst>
        <p:guide pos="3830"/>
        <p:guide orient="horz" pos="224"/>
        <p:guide orient="horz" pos="2047"/>
        <p:guide orient="horz" pos="4269"/>
        <p:guide/>
        <p:guide pos="7680"/>
        <p:guide pos="237"/>
        <p:guide pos="7521"/>
        <p:guide orient="horz" pos="374"/>
        <p:guide orient="horz" pos="399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3" d="100"/>
          <a:sy n="83" d="100"/>
        </p:scale>
        <p:origin x="-2488" y="-112"/>
      </p:cViewPr>
      <p:guideLst>
        <p:guide orient="horz" pos="2729"/>
        <p:guide pos="215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4" Type="http://schemas.openxmlformats.org/officeDocument/2006/relationships/tags" Target="tags/tag83.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handoutMaster" Target="handoutMasters/handoutMaster1.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94D075-7DE3-9447-9DB7-7F931D5D8BF7}"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791A61-96F8-B54F-89F7-5EB6A54876B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2DE23-52E5-3246-AE11-4471105B9A51}"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1AF82D-1A94-5740-ACE7-59C7B1B9758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01AF82D-1A94-5740-ACE7-59C7B1B97581}" type="slidenum">
              <a:rPr kumimoji="1"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7" name="文本占位符 36"/>
          <p:cNvSpPr>
            <a:spLocks noGrp="1"/>
          </p:cNvSpPr>
          <p:nvPr>
            <p:ph type="body" sz="quarter" idx="13" hasCustomPrompt="1"/>
          </p:nvPr>
        </p:nvSpPr>
        <p:spPr>
          <a:xfrm>
            <a:off x="4707655" y="2288442"/>
            <a:ext cx="6691838" cy="634890"/>
          </a:xfrm>
        </p:spPr>
        <p:txBody>
          <a:bodyPr>
            <a:normAutofit/>
          </a:bodyPr>
          <a:lstStyle>
            <a:lvl1pPr marL="0" indent="0" algn="r">
              <a:buFontTx/>
              <a:buNone/>
              <a:defRPr sz="4000" b="1">
                <a:solidFill>
                  <a:srgbClr val="184199"/>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标题标题微软雅黑</a:t>
            </a:r>
            <a:r>
              <a:rPr kumimoji="1" lang="en-US" altLang="zh-CN" dirty="0"/>
              <a:t>40</a:t>
            </a:r>
            <a:r>
              <a:rPr kumimoji="1" lang="zh-CN" altLang="en-US" dirty="0"/>
              <a:t>号</a:t>
            </a:r>
            <a:endParaRPr kumimoji="1" lang="zh-CN" altLang="en-US" dirty="0"/>
          </a:p>
        </p:txBody>
      </p:sp>
      <p:sp>
        <p:nvSpPr>
          <p:cNvPr id="39" name="文本占位符 36"/>
          <p:cNvSpPr>
            <a:spLocks noGrp="1"/>
          </p:cNvSpPr>
          <p:nvPr>
            <p:ph type="body" sz="quarter" idx="14" hasCustomPrompt="1"/>
          </p:nvPr>
        </p:nvSpPr>
        <p:spPr>
          <a:xfrm>
            <a:off x="7050532" y="2976168"/>
            <a:ext cx="4338454" cy="634890"/>
          </a:xfrm>
        </p:spPr>
        <p:txBody>
          <a:bodyPr>
            <a:normAutofit/>
          </a:bodyPr>
          <a:lstStyle>
            <a:lvl1pPr marL="0" indent="0" algn="r">
              <a:buFontTx/>
              <a:buNone/>
              <a:defRPr sz="3200" b="0">
                <a:solidFill>
                  <a:schemeClr val="tx1"/>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标题微软雅黑</a:t>
            </a:r>
            <a:r>
              <a:rPr kumimoji="1" lang="en-US" altLang="zh-CN" dirty="0"/>
              <a:t>32</a:t>
            </a:r>
            <a:r>
              <a:rPr kumimoji="1" lang="zh-CN" altLang="en-US" dirty="0"/>
              <a:t>号</a:t>
            </a:r>
            <a:endParaRPr kumimoji="1" lang="zh-CN" altLang="en-US" dirty="0"/>
          </a:p>
        </p:txBody>
      </p:sp>
      <p:sp>
        <p:nvSpPr>
          <p:cNvPr id="42" name="文本占位符 40"/>
          <p:cNvSpPr>
            <a:spLocks noGrp="1"/>
          </p:cNvSpPr>
          <p:nvPr>
            <p:ph type="body" sz="quarter" idx="15" hasCustomPrompt="1"/>
          </p:nvPr>
        </p:nvSpPr>
        <p:spPr>
          <a:xfrm>
            <a:off x="7586985" y="3756025"/>
            <a:ext cx="3801739" cy="371640"/>
          </a:xfrm>
          <a:solidFill>
            <a:srgbClr val="184199"/>
          </a:solidFill>
        </p:spPr>
        <p:txBody>
          <a:bodyPr>
            <a:normAutofit/>
          </a:bodyPr>
          <a:lstStyle>
            <a:lvl1pPr marL="0" indent="0" algn="r">
              <a:buFontTx/>
              <a:buNone/>
              <a:defRPr sz="1800">
                <a:solidFill>
                  <a:schemeClr val="bg1"/>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文字文字文字文字微软雅黑</a:t>
            </a:r>
            <a:r>
              <a:rPr kumimoji="1" lang="en-US" altLang="zh-CN" dirty="0"/>
              <a:t>18</a:t>
            </a:r>
            <a:r>
              <a:rPr kumimoji="1" lang="zh-CN" altLang="en-US" dirty="0"/>
              <a:t>号</a:t>
            </a:r>
            <a:endParaRPr kumimoji="1" lang="zh-CN" altLang="en-US" dirty="0"/>
          </a:p>
        </p:txBody>
      </p:sp>
      <p:sp>
        <p:nvSpPr>
          <p:cNvPr id="45" name="图片占位符 44"/>
          <p:cNvSpPr>
            <a:spLocks noGrp="1"/>
          </p:cNvSpPr>
          <p:nvPr>
            <p:ph type="pic" sz="quarter" idx="16" hasCustomPrompt="1"/>
          </p:nvPr>
        </p:nvSpPr>
        <p:spPr>
          <a:xfrm>
            <a:off x="8112124" y="4379913"/>
            <a:ext cx="602507" cy="458787"/>
          </a:xfrm>
        </p:spPr>
        <p:txBody>
          <a:bodyPr>
            <a:noAutofit/>
          </a:bodyPr>
          <a:lstStyle>
            <a:lvl1pPr marL="0" indent="0">
              <a:buNone/>
              <a:defRPr sz="1600"/>
            </a:lvl1pPr>
          </a:lstStyle>
          <a:p>
            <a:r>
              <a:rPr kumimoji="1" lang="zh-CN" altLang="en-US" dirty="0"/>
              <a:t>图标</a:t>
            </a:r>
            <a:endParaRPr kumimoji="1" lang="zh-CN" altLang="en-US" dirty="0"/>
          </a:p>
        </p:txBody>
      </p:sp>
      <p:sp>
        <p:nvSpPr>
          <p:cNvPr id="46" name="图片占位符 44"/>
          <p:cNvSpPr>
            <a:spLocks noGrp="1"/>
          </p:cNvSpPr>
          <p:nvPr>
            <p:ph type="pic" sz="quarter" idx="17" hasCustomPrompt="1"/>
          </p:nvPr>
        </p:nvSpPr>
        <p:spPr>
          <a:xfrm>
            <a:off x="8966070" y="4379913"/>
            <a:ext cx="602507" cy="458787"/>
          </a:xfrm>
        </p:spPr>
        <p:txBody>
          <a:bodyPr>
            <a:noAutofit/>
          </a:bodyPr>
          <a:lstStyle>
            <a:lvl1pPr marL="0" indent="0">
              <a:buNone/>
              <a:defRPr sz="1600"/>
            </a:lvl1pPr>
          </a:lstStyle>
          <a:p>
            <a:r>
              <a:rPr kumimoji="1" lang="zh-CN" altLang="en-US" dirty="0"/>
              <a:t>图标</a:t>
            </a:r>
            <a:endParaRPr kumimoji="1" lang="zh-CN" altLang="en-US" dirty="0"/>
          </a:p>
        </p:txBody>
      </p:sp>
      <p:sp>
        <p:nvSpPr>
          <p:cNvPr id="47" name="图片占位符 44"/>
          <p:cNvSpPr>
            <a:spLocks noGrp="1"/>
          </p:cNvSpPr>
          <p:nvPr>
            <p:ph type="pic" sz="quarter" idx="18" hasCustomPrompt="1"/>
          </p:nvPr>
        </p:nvSpPr>
        <p:spPr>
          <a:xfrm>
            <a:off x="9841912" y="4379913"/>
            <a:ext cx="602507" cy="458787"/>
          </a:xfrm>
        </p:spPr>
        <p:txBody>
          <a:bodyPr>
            <a:noAutofit/>
          </a:bodyPr>
          <a:lstStyle>
            <a:lvl1pPr marL="0" indent="0">
              <a:buNone/>
              <a:defRPr sz="1600"/>
            </a:lvl1pPr>
          </a:lstStyle>
          <a:p>
            <a:r>
              <a:rPr kumimoji="1" lang="zh-CN" altLang="en-US" dirty="0"/>
              <a:t>图标</a:t>
            </a:r>
            <a:endParaRPr kumimoji="1" lang="zh-CN" altLang="en-US" dirty="0"/>
          </a:p>
        </p:txBody>
      </p:sp>
      <p:sp>
        <p:nvSpPr>
          <p:cNvPr id="48" name="图片占位符 44"/>
          <p:cNvSpPr>
            <a:spLocks noGrp="1"/>
          </p:cNvSpPr>
          <p:nvPr>
            <p:ph type="pic" sz="quarter" idx="19" hasCustomPrompt="1"/>
          </p:nvPr>
        </p:nvSpPr>
        <p:spPr>
          <a:xfrm>
            <a:off x="10691807" y="4379913"/>
            <a:ext cx="602507" cy="458787"/>
          </a:xfrm>
        </p:spPr>
        <p:txBody>
          <a:bodyPr>
            <a:noAutofit/>
          </a:bodyPr>
          <a:lstStyle>
            <a:lvl1pPr marL="0" indent="0">
              <a:buNone/>
              <a:defRPr sz="1600"/>
            </a:lvl1pPr>
          </a:lstStyle>
          <a:p>
            <a:r>
              <a:rPr kumimoji="1" lang="zh-CN" altLang="en-US" dirty="0"/>
              <a:t>图标</a:t>
            </a:r>
            <a:endParaRPr kumimoji="1" lang="zh-CN" altLang="en-US" dirty="0"/>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812155"/>
            <a:ext cx="1806075" cy="62346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4" name="标题 14"/>
          <p:cNvSpPr txBox="1"/>
          <p:nvPr userDrawn="1"/>
        </p:nvSpPr>
        <p:spPr>
          <a:xfrm>
            <a:off x="7070060" y="1887075"/>
            <a:ext cx="397942" cy="6340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rgbClr val="184199"/>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srgbClr val="184199"/>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文本占位符 64"/>
          <p:cNvSpPr>
            <a:spLocks noGrp="1"/>
          </p:cNvSpPr>
          <p:nvPr>
            <p:ph type="body" sz="quarter" idx="21" hasCustomPrompt="1"/>
          </p:nvPr>
        </p:nvSpPr>
        <p:spPr>
          <a:xfrm>
            <a:off x="7423150" y="2032347"/>
            <a:ext cx="3871913" cy="477838"/>
          </a:xfrm>
        </p:spPr>
        <p:txBody>
          <a:bodyPr>
            <a:normAutofit/>
          </a:bodyPr>
          <a:lstStyle>
            <a:lvl1pPr marL="0" indent="0">
              <a:buFontTx/>
              <a:buNone/>
              <a:defRPr sz="2000" b="0">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点击添加标题文字微软雅黑</a:t>
            </a:r>
            <a:r>
              <a:rPr kumimoji="1" lang="en-US" altLang="zh-CN" dirty="0"/>
              <a:t>20</a:t>
            </a:r>
            <a:r>
              <a:rPr kumimoji="1" lang="zh-CN" altLang="en-US" dirty="0"/>
              <a:t>号</a:t>
            </a:r>
            <a:endParaRPr kumimoji="1" lang="zh-CN" altLang="en-US" dirty="0"/>
          </a:p>
        </p:txBody>
      </p:sp>
      <p:sp>
        <p:nvSpPr>
          <p:cNvPr id="68" name="文本占位符 64"/>
          <p:cNvSpPr>
            <a:spLocks noGrp="1"/>
          </p:cNvSpPr>
          <p:nvPr>
            <p:ph type="body" sz="quarter" idx="23" hasCustomPrompt="1"/>
          </p:nvPr>
        </p:nvSpPr>
        <p:spPr>
          <a:xfrm>
            <a:off x="7423150" y="3280646"/>
            <a:ext cx="3871913" cy="477838"/>
          </a:xfrm>
        </p:spPr>
        <p:txBody>
          <a:bodyPr>
            <a:normAutofit/>
          </a:bodyPr>
          <a:lstStyle>
            <a:lvl1pPr marL="0" indent="0">
              <a:buFontTx/>
              <a:buNone/>
              <a:defRPr sz="2000" b="0">
                <a:solidFill>
                  <a:schemeClr val="bg1">
                    <a:lumMod val="65000"/>
                  </a:schemeClr>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点击添加标题文字微软雅黑</a:t>
            </a:r>
            <a:r>
              <a:rPr kumimoji="1" lang="en-US" altLang="zh-CN" dirty="0"/>
              <a:t>20</a:t>
            </a:r>
            <a:r>
              <a:rPr kumimoji="1" lang="zh-CN" altLang="en-US" dirty="0"/>
              <a:t>号</a:t>
            </a:r>
            <a:endParaRPr kumimoji="1" lang="zh-CN" altLang="en-US" dirty="0"/>
          </a:p>
        </p:txBody>
      </p:sp>
      <p:sp>
        <p:nvSpPr>
          <p:cNvPr id="69" name="文本占位符 64"/>
          <p:cNvSpPr>
            <a:spLocks noGrp="1"/>
          </p:cNvSpPr>
          <p:nvPr>
            <p:ph type="body" sz="quarter" idx="22" hasCustomPrompt="1"/>
          </p:nvPr>
        </p:nvSpPr>
        <p:spPr>
          <a:xfrm>
            <a:off x="7423150" y="2657133"/>
            <a:ext cx="3871913" cy="477838"/>
          </a:xfrm>
        </p:spPr>
        <p:txBody>
          <a:bodyPr>
            <a:normAutofit/>
          </a:bodyPr>
          <a:lstStyle>
            <a:lvl1pPr marL="0" indent="0">
              <a:buFontTx/>
              <a:buNone/>
              <a:defRPr sz="2000" b="0">
                <a:solidFill>
                  <a:schemeClr val="bg1">
                    <a:lumMod val="65000"/>
                  </a:schemeClr>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点击添加标题文字微软雅黑</a:t>
            </a:r>
            <a:r>
              <a:rPr kumimoji="1" lang="en-US" altLang="zh-CN" dirty="0"/>
              <a:t>20</a:t>
            </a:r>
            <a:r>
              <a:rPr kumimoji="1" lang="zh-CN" altLang="en-US" dirty="0"/>
              <a:t>号</a:t>
            </a:r>
            <a:endParaRPr kumimoji="1" lang="zh-CN" altLang="en-US" dirty="0"/>
          </a:p>
        </p:txBody>
      </p:sp>
      <p:sp>
        <p:nvSpPr>
          <p:cNvPr id="70" name="文本占位符 64"/>
          <p:cNvSpPr>
            <a:spLocks noGrp="1"/>
          </p:cNvSpPr>
          <p:nvPr>
            <p:ph type="body" sz="quarter" idx="24" hasCustomPrompt="1"/>
          </p:nvPr>
        </p:nvSpPr>
        <p:spPr>
          <a:xfrm>
            <a:off x="7423150" y="3907917"/>
            <a:ext cx="3871913" cy="477838"/>
          </a:xfrm>
        </p:spPr>
        <p:txBody>
          <a:bodyPr>
            <a:normAutofit/>
          </a:bodyPr>
          <a:lstStyle>
            <a:lvl1pPr marL="0" indent="0">
              <a:buFontTx/>
              <a:buNone/>
              <a:defRPr sz="2000" b="0">
                <a:solidFill>
                  <a:schemeClr val="bg1">
                    <a:lumMod val="65000"/>
                  </a:schemeClr>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点击添加标题文字微软雅黑</a:t>
            </a:r>
            <a:r>
              <a:rPr kumimoji="1" lang="en-US" altLang="zh-CN" dirty="0"/>
              <a:t>20</a:t>
            </a:r>
            <a:r>
              <a:rPr kumimoji="1" lang="zh-CN" altLang="en-US" dirty="0"/>
              <a:t>号</a:t>
            </a:r>
            <a:endParaRPr kumimoji="1" lang="zh-CN" altLang="en-US" dirty="0"/>
          </a:p>
        </p:txBody>
      </p:sp>
      <p:sp>
        <p:nvSpPr>
          <p:cNvPr id="71" name="文本占位符 64"/>
          <p:cNvSpPr>
            <a:spLocks noGrp="1"/>
          </p:cNvSpPr>
          <p:nvPr>
            <p:ph type="body" sz="quarter" idx="25" hasCustomPrompt="1"/>
          </p:nvPr>
        </p:nvSpPr>
        <p:spPr>
          <a:xfrm>
            <a:off x="7423150" y="4546461"/>
            <a:ext cx="3871913" cy="477838"/>
          </a:xfrm>
        </p:spPr>
        <p:txBody>
          <a:bodyPr>
            <a:normAutofit/>
          </a:bodyPr>
          <a:lstStyle>
            <a:lvl1pPr marL="0" indent="0">
              <a:buFontTx/>
              <a:buNone/>
              <a:defRPr sz="2000" b="0">
                <a:solidFill>
                  <a:schemeClr val="bg1">
                    <a:lumMod val="65000"/>
                  </a:schemeClr>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点击添加标题文字微软雅黑</a:t>
            </a:r>
            <a:r>
              <a:rPr kumimoji="1" lang="en-US" altLang="zh-CN" dirty="0"/>
              <a:t>20</a:t>
            </a:r>
            <a:r>
              <a:rPr kumimoji="1" lang="zh-CN" altLang="en-US" dirty="0"/>
              <a:t>号</a:t>
            </a:r>
            <a:endParaRPr kumimoji="1" lang="zh-CN" altLang="en-US" dirty="0"/>
          </a:p>
        </p:txBody>
      </p:sp>
      <p:sp>
        <p:nvSpPr>
          <p:cNvPr id="73" name="文本占位符 64"/>
          <p:cNvSpPr>
            <a:spLocks noGrp="1"/>
          </p:cNvSpPr>
          <p:nvPr>
            <p:ph type="body" sz="quarter" idx="26" hasCustomPrompt="1"/>
          </p:nvPr>
        </p:nvSpPr>
        <p:spPr>
          <a:xfrm>
            <a:off x="7080435" y="1968404"/>
            <a:ext cx="373329" cy="477838"/>
          </a:xfrm>
        </p:spPr>
        <p:txBody>
          <a:bodyPr>
            <a:normAutofit/>
          </a:bodyPr>
          <a:lstStyle>
            <a:lvl1pPr marL="0" indent="0">
              <a:buFontTx/>
              <a:buNone/>
              <a:defRPr sz="28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zh-CN" dirty="0"/>
              <a:t>1</a:t>
            </a:r>
            <a:endParaRPr kumimoji="1" lang="zh-CN" altLang="en-US" dirty="0"/>
          </a:p>
        </p:txBody>
      </p:sp>
      <p:sp>
        <p:nvSpPr>
          <p:cNvPr id="74" name="文本占位符 64"/>
          <p:cNvSpPr>
            <a:spLocks noGrp="1"/>
          </p:cNvSpPr>
          <p:nvPr>
            <p:ph type="body" sz="quarter" idx="27" hasCustomPrompt="1"/>
          </p:nvPr>
        </p:nvSpPr>
        <p:spPr>
          <a:xfrm>
            <a:off x="7080435" y="2613337"/>
            <a:ext cx="373329" cy="477838"/>
          </a:xfrm>
        </p:spPr>
        <p:txBody>
          <a:bodyPr>
            <a:normAutofit/>
          </a:bodyPr>
          <a:lstStyle>
            <a:lvl1pPr marL="0" indent="0">
              <a:buFontTx/>
              <a:buNone/>
              <a:defRPr sz="2800" b="1">
                <a:solidFill>
                  <a:srgbClr val="A6A6A6"/>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zh-CN" dirty="0"/>
              <a:t>2</a:t>
            </a:r>
            <a:endParaRPr kumimoji="1" lang="zh-CN" altLang="en-US" dirty="0"/>
          </a:p>
        </p:txBody>
      </p:sp>
      <p:sp>
        <p:nvSpPr>
          <p:cNvPr id="75" name="文本占位符 64"/>
          <p:cNvSpPr>
            <a:spLocks noGrp="1"/>
          </p:cNvSpPr>
          <p:nvPr>
            <p:ph type="body" sz="quarter" idx="28" hasCustomPrompt="1"/>
          </p:nvPr>
        </p:nvSpPr>
        <p:spPr>
          <a:xfrm>
            <a:off x="7080435" y="3244394"/>
            <a:ext cx="373329" cy="477838"/>
          </a:xfrm>
        </p:spPr>
        <p:txBody>
          <a:bodyPr>
            <a:normAutofit/>
          </a:bodyPr>
          <a:lstStyle>
            <a:lvl1pPr marL="0" indent="0">
              <a:buFontTx/>
              <a:buNone/>
              <a:defRPr sz="2800" b="1">
                <a:solidFill>
                  <a:srgbClr val="A6A6A6"/>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zh-CN" dirty="0"/>
              <a:t>3</a:t>
            </a:r>
            <a:endParaRPr kumimoji="1" lang="zh-CN" altLang="en-US" dirty="0"/>
          </a:p>
        </p:txBody>
      </p:sp>
      <p:sp>
        <p:nvSpPr>
          <p:cNvPr id="76" name="文本占位符 64"/>
          <p:cNvSpPr>
            <a:spLocks noGrp="1"/>
          </p:cNvSpPr>
          <p:nvPr>
            <p:ph type="body" sz="quarter" idx="29" hasCustomPrompt="1"/>
          </p:nvPr>
        </p:nvSpPr>
        <p:spPr>
          <a:xfrm>
            <a:off x="7080435" y="3867573"/>
            <a:ext cx="373329" cy="477838"/>
          </a:xfrm>
        </p:spPr>
        <p:txBody>
          <a:bodyPr>
            <a:normAutofit/>
          </a:bodyPr>
          <a:lstStyle>
            <a:lvl1pPr marL="0" indent="0">
              <a:buFontTx/>
              <a:buNone/>
              <a:defRPr sz="2800" b="1">
                <a:solidFill>
                  <a:srgbClr val="A6A6A6"/>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zh-CN" dirty="0"/>
              <a:t>4</a:t>
            </a:r>
            <a:endParaRPr kumimoji="1" lang="zh-CN" altLang="en-US" dirty="0"/>
          </a:p>
        </p:txBody>
      </p:sp>
      <p:sp>
        <p:nvSpPr>
          <p:cNvPr id="77" name="文本占位符 64"/>
          <p:cNvSpPr>
            <a:spLocks noGrp="1"/>
          </p:cNvSpPr>
          <p:nvPr>
            <p:ph type="body" sz="quarter" idx="30" hasCustomPrompt="1"/>
          </p:nvPr>
        </p:nvSpPr>
        <p:spPr>
          <a:xfrm>
            <a:off x="7080435" y="4513614"/>
            <a:ext cx="373329" cy="477838"/>
          </a:xfrm>
        </p:spPr>
        <p:txBody>
          <a:bodyPr>
            <a:normAutofit/>
          </a:bodyPr>
          <a:lstStyle>
            <a:lvl1pPr marL="0" indent="0">
              <a:buFontTx/>
              <a:buNone/>
              <a:defRPr sz="2800" b="1">
                <a:solidFill>
                  <a:srgbClr val="A6A6A6"/>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zh-CN" dirty="0"/>
              <a:t>5</a:t>
            </a:r>
            <a:endParaRPr kumimoji="1" lang="zh-CN" altLang="en-US" dirty="0"/>
          </a:p>
        </p:txBody>
      </p:sp>
      <p:sp>
        <p:nvSpPr>
          <p:cNvPr id="79" name="文本占位符 24"/>
          <p:cNvSpPr>
            <a:spLocks noGrp="1"/>
          </p:cNvSpPr>
          <p:nvPr>
            <p:ph type="body" sz="quarter" idx="10" hasCustomPrompt="1"/>
          </p:nvPr>
        </p:nvSpPr>
        <p:spPr>
          <a:xfrm>
            <a:off x="4080504" y="3065068"/>
            <a:ext cx="1403114" cy="857250"/>
          </a:xfrm>
        </p:spPr>
        <p:txBody>
          <a:bodyPr>
            <a:normAutofit/>
          </a:bodyPr>
          <a:lstStyle>
            <a:lvl1pPr marL="0" indent="0" algn="r">
              <a:buFontTx/>
              <a:buNone/>
              <a:defRPr sz="4800" b="1">
                <a:gradFill flip="none" rotWithShape="1">
                  <a:gsLst>
                    <a:gs pos="100000">
                      <a:srgbClr val="0D5490"/>
                    </a:gs>
                    <a:gs pos="0">
                      <a:srgbClr val="60AC3C"/>
                    </a:gs>
                  </a:gsLst>
                  <a:lin ang="0" scaled="1"/>
                  <a:tileRect/>
                </a:gra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目录</a:t>
            </a:r>
            <a:endParaRPr kumimoji="1" lang="zh-CN" altLang="en-US" dirty="0"/>
          </a:p>
        </p:txBody>
      </p:sp>
      <p:pic>
        <p:nvPicPr>
          <p:cNvPr id="16" name="图片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6" name="文本占位符 24"/>
          <p:cNvSpPr>
            <a:spLocks noGrp="1"/>
          </p:cNvSpPr>
          <p:nvPr>
            <p:ph type="body" sz="quarter" idx="10" hasCustomPrompt="1"/>
          </p:nvPr>
        </p:nvSpPr>
        <p:spPr>
          <a:xfrm>
            <a:off x="4850520" y="2828224"/>
            <a:ext cx="6468755" cy="642518"/>
          </a:xfrm>
        </p:spPr>
        <p:txBody>
          <a:bodyPr>
            <a:normAutofit/>
          </a:bodyPr>
          <a:lstStyle>
            <a:lvl1pPr marL="0" indent="0" algn="r">
              <a:buFontTx/>
              <a:buNone/>
              <a:defRPr sz="4000" b="1">
                <a:gradFill flip="none" rotWithShape="1">
                  <a:gsLst>
                    <a:gs pos="100000">
                      <a:srgbClr val="0D5490"/>
                    </a:gs>
                    <a:gs pos="0">
                      <a:srgbClr val="60AC3C"/>
                    </a:gs>
                  </a:gsLst>
                  <a:lin ang="0" scaled="1"/>
                  <a:tileRect/>
                </a:gra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章节标题微软雅黑</a:t>
            </a:r>
            <a:r>
              <a:rPr kumimoji="1" lang="en-US" altLang="zh-CN" dirty="0"/>
              <a:t>40</a:t>
            </a:r>
            <a:r>
              <a:rPr kumimoji="1" lang="zh-CN" altLang="en-US" dirty="0"/>
              <a:t>号</a:t>
            </a:r>
            <a:endParaRPr kumimoji="1" lang="zh-CN" altLang="en-US" dirty="0"/>
          </a:p>
        </p:txBody>
      </p:sp>
      <p:sp>
        <p:nvSpPr>
          <p:cNvPr id="31" name="图片占位符 44"/>
          <p:cNvSpPr>
            <a:spLocks noGrp="1"/>
          </p:cNvSpPr>
          <p:nvPr>
            <p:ph type="pic" sz="quarter" idx="16" hasCustomPrompt="1"/>
          </p:nvPr>
        </p:nvSpPr>
        <p:spPr>
          <a:xfrm>
            <a:off x="8024540" y="3909106"/>
            <a:ext cx="602507" cy="458787"/>
          </a:xfrm>
        </p:spPr>
        <p:txBody>
          <a:bodyPr>
            <a:noAutofit/>
          </a:bodyPr>
          <a:lstStyle>
            <a:lvl1pPr marL="0" indent="0">
              <a:buNone/>
              <a:defRPr sz="1600"/>
            </a:lvl1pPr>
          </a:lstStyle>
          <a:p>
            <a:r>
              <a:rPr kumimoji="1" lang="zh-CN" altLang="en-US" dirty="0"/>
              <a:t>图标</a:t>
            </a:r>
            <a:endParaRPr kumimoji="1" lang="zh-CN" altLang="en-US" dirty="0"/>
          </a:p>
        </p:txBody>
      </p:sp>
      <p:sp>
        <p:nvSpPr>
          <p:cNvPr id="32" name="图片占位符 44"/>
          <p:cNvSpPr>
            <a:spLocks noGrp="1"/>
          </p:cNvSpPr>
          <p:nvPr>
            <p:ph type="pic" sz="quarter" idx="17" hasCustomPrompt="1"/>
          </p:nvPr>
        </p:nvSpPr>
        <p:spPr>
          <a:xfrm>
            <a:off x="8878486" y="3909106"/>
            <a:ext cx="602507" cy="458787"/>
          </a:xfrm>
        </p:spPr>
        <p:txBody>
          <a:bodyPr>
            <a:noAutofit/>
          </a:bodyPr>
          <a:lstStyle>
            <a:lvl1pPr marL="0" indent="0">
              <a:buNone/>
              <a:defRPr sz="1600"/>
            </a:lvl1pPr>
          </a:lstStyle>
          <a:p>
            <a:r>
              <a:rPr kumimoji="1" lang="zh-CN" altLang="en-US" dirty="0"/>
              <a:t>图标</a:t>
            </a:r>
            <a:endParaRPr kumimoji="1" lang="zh-CN" altLang="en-US" dirty="0"/>
          </a:p>
        </p:txBody>
      </p:sp>
      <p:sp>
        <p:nvSpPr>
          <p:cNvPr id="33" name="图片占位符 44"/>
          <p:cNvSpPr>
            <a:spLocks noGrp="1"/>
          </p:cNvSpPr>
          <p:nvPr>
            <p:ph type="pic" sz="quarter" idx="18" hasCustomPrompt="1"/>
          </p:nvPr>
        </p:nvSpPr>
        <p:spPr>
          <a:xfrm>
            <a:off x="9754328" y="3909106"/>
            <a:ext cx="602507" cy="458787"/>
          </a:xfrm>
        </p:spPr>
        <p:txBody>
          <a:bodyPr>
            <a:noAutofit/>
          </a:bodyPr>
          <a:lstStyle>
            <a:lvl1pPr marL="0" indent="0">
              <a:buNone/>
              <a:defRPr sz="1600"/>
            </a:lvl1pPr>
          </a:lstStyle>
          <a:p>
            <a:r>
              <a:rPr kumimoji="1" lang="zh-CN" altLang="en-US" dirty="0"/>
              <a:t>图标</a:t>
            </a:r>
            <a:endParaRPr kumimoji="1" lang="zh-CN" altLang="en-US" dirty="0"/>
          </a:p>
        </p:txBody>
      </p:sp>
      <p:sp>
        <p:nvSpPr>
          <p:cNvPr id="34" name="图片占位符 44"/>
          <p:cNvSpPr>
            <a:spLocks noGrp="1"/>
          </p:cNvSpPr>
          <p:nvPr>
            <p:ph type="pic" sz="quarter" idx="19" hasCustomPrompt="1"/>
          </p:nvPr>
        </p:nvSpPr>
        <p:spPr>
          <a:xfrm>
            <a:off x="10604223" y="3909106"/>
            <a:ext cx="602507" cy="458787"/>
          </a:xfrm>
        </p:spPr>
        <p:txBody>
          <a:bodyPr>
            <a:noAutofit/>
          </a:bodyPr>
          <a:lstStyle>
            <a:lvl1pPr marL="0" indent="0">
              <a:buNone/>
              <a:defRPr sz="1600"/>
            </a:lvl1pPr>
          </a:lstStyle>
          <a:p>
            <a:r>
              <a:rPr kumimoji="1" lang="zh-CN" altLang="en-US" dirty="0"/>
              <a:t>图标</a:t>
            </a:r>
            <a:endParaRPr kumimoji="1" lang="zh-CN" altLang="en-US" dirty="0"/>
          </a:p>
        </p:txBody>
      </p:sp>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4" name="文本占位符 26"/>
          <p:cNvSpPr>
            <a:spLocks noGrp="1"/>
          </p:cNvSpPr>
          <p:nvPr>
            <p:ph type="body" sz="quarter" idx="10" hasCustomPrompt="1"/>
          </p:nvPr>
        </p:nvSpPr>
        <p:spPr>
          <a:xfrm>
            <a:off x="1336119" y="1380836"/>
            <a:ext cx="5025503" cy="480909"/>
          </a:xfrm>
        </p:spPr>
        <p:txBody>
          <a:bodyPr>
            <a:normAutofit/>
          </a:bodyPr>
          <a:lstStyle>
            <a:lvl1pPr marL="0" indent="0">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35" name="图片占位符 29"/>
          <p:cNvSpPr>
            <a:spLocks noGrp="1"/>
          </p:cNvSpPr>
          <p:nvPr>
            <p:ph type="pic" sz="quarter" idx="11" hasCustomPrompt="1"/>
          </p:nvPr>
        </p:nvSpPr>
        <p:spPr>
          <a:xfrm>
            <a:off x="1354138" y="2151063"/>
            <a:ext cx="2759075" cy="3186112"/>
          </a:xfrm>
        </p:spPr>
        <p:txBody>
          <a:bodyPr>
            <a:normAutofit/>
          </a:bodyPr>
          <a:lstStyle>
            <a:lvl1pPr marL="0" indent="0">
              <a:buNone/>
              <a:defRPr sz="2000" baseline="0">
                <a:latin typeface="微软雅黑" panose="020B0503020204020204" charset="-122"/>
                <a:ea typeface="微软雅黑" panose="020B0503020204020204" charset="-122"/>
                <a:cs typeface="微软雅黑" panose="020B0503020204020204" charset="-122"/>
              </a:defRPr>
            </a:lvl1pPr>
          </a:lstStyle>
          <a:p>
            <a:r>
              <a:rPr kumimoji="1" lang="en-US" altLang="zh-CN" dirty="0"/>
              <a:t>             </a:t>
            </a:r>
            <a:endParaRPr kumimoji="1" lang="en-US" altLang="zh-CN" dirty="0"/>
          </a:p>
          <a:p>
            <a:r>
              <a:rPr kumimoji="1" lang="en-US" altLang="zh-CN" dirty="0"/>
              <a:t>    </a:t>
            </a:r>
            <a:endParaRPr kumimoji="1" lang="en-US" altLang="zh-CN" dirty="0"/>
          </a:p>
          <a:p>
            <a:r>
              <a:rPr kumimoji="1" lang="en-US" altLang="zh-CN" dirty="0"/>
              <a:t>              </a:t>
            </a:r>
            <a:r>
              <a:rPr kumimoji="1" lang="zh-CN" altLang="en-US" dirty="0"/>
              <a:t>图片</a:t>
            </a:r>
            <a:endParaRPr kumimoji="1" lang="zh-CN" altLang="en-US" dirty="0"/>
          </a:p>
        </p:txBody>
      </p:sp>
      <p:sp>
        <p:nvSpPr>
          <p:cNvPr id="38" name="内容占位符 36"/>
          <p:cNvSpPr>
            <a:spLocks noGrp="1"/>
          </p:cNvSpPr>
          <p:nvPr>
            <p:ph sz="quarter" idx="12" hasCustomPrompt="1"/>
          </p:nvPr>
        </p:nvSpPr>
        <p:spPr>
          <a:xfrm>
            <a:off x="4553608" y="2085370"/>
            <a:ext cx="3041650" cy="335140"/>
          </a:xfrm>
        </p:spPr>
        <p:txBody>
          <a:bodyPr>
            <a:normAutofit/>
          </a:bodyPr>
          <a:lstStyle>
            <a:lvl1pPr marL="0" indent="0">
              <a:buFontTx/>
              <a:buNone/>
              <a:defRPr sz="1600" b="1">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39" name="内容占位符 36"/>
          <p:cNvSpPr>
            <a:spLocks noGrp="1"/>
          </p:cNvSpPr>
          <p:nvPr>
            <p:ph sz="quarter" idx="13" hasCustomPrompt="1"/>
          </p:nvPr>
        </p:nvSpPr>
        <p:spPr>
          <a:xfrm>
            <a:off x="4553608" y="2411258"/>
            <a:ext cx="3041650" cy="1050423"/>
          </a:xfrm>
        </p:spPr>
        <p:txBody>
          <a:bodyPr>
            <a:noAutofit/>
          </a:bodyPr>
          <a:lstStyle>
            <a:lvl1pPr marL="0" indent="0">
              <a:lnSpc>
                <a:spcPct val="15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请输入您需要的文字请输入您需要的文字请输入您需要的文字请输入您需要的文字请输入</a:t>
            </a:r>
            <a:endParaRPr kumimoji="1" lang="zh-CN" altLang="en-US" dirty="0"/>
          </a:p>
        </p:txBody>
      </p:sp>
      <p:sp>
        <p:nvSpPr>
          <p:cNvPr id="40" name="内容占位符 36"/>
          <p:cNvSpPr>
            <a:spLocks noGrp="1"/>
          </p:cNvSpPr>
          <p:nvPr>
            <p:ph sz="quarter" idx="14" hasCustomPrompt="1"/>
          </p:nvPr>
        </p:nvSpPr>
        <p:spPr>
          <a:xfrm>
            <a:off x="7917416" y="2085370"/>
            <a:ext cx="3041650" cy="335140"/>
          </a:xfrm>
        </p:spPr>
        <p:txBody>
          <a:bodyPr>
            <a:normAutofit/>
          </a:bodyPr>
          <a:lstStyle>
            <a:lvl1pPr marL="0" indent="0">
              <a:buFontTx/>
              <a:buNone/>
              <a:defRPr sz="1600" b="1">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41" name="内容占位符 36"/>
          <p:cNvSpPr>
            <a:spLocks noGrp="1"/>
          </p:cNvSpPr>
          <p:nvPr>
            <p:ph sz="quarter" idx="15" hasCustomPrompt="1"/>
          </p:nvPr>
        </p:nvSpPr>
        <p:spPr>
          <a:xfrm>
            <a:off x="7910408" y="2411258"/>
            <a:ext cx="3041650" cy="1050423"/>
          </a:xfrm>
        </p:spPr>
        <p:txBody>
          <a:bodyPr>
            <a:noAutofit/>
          </a:bodyPr>
          <a:lstStyle>
            <a:lvl1pPr marL="0" indent="0">
              <a:lnSpc>
                <a:spcPct val="15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请输入您需要的文字请输入您需要的文字请输入您需要的文字请输入您需要的文字请输入</a:t>
            </a:r>
            <a:endParaRPr kumimoji="1" lang="zh-CN" altLang="en-US" dirty="0"/>
          </a:p>
        </p:txBody>
      </p:sp>
      <p:sp>
        <p:nvSpPr>
          <p:cNvPr id="42" name="内容占位符 36"/>
          <p:cNvSpPr>
            <a:spLocks noGrp="1"/>
          </p:cNvSpPr>
          <p:nvPr>
            <p:ph sz="quarter" idx="16" hasCustomPrompt="1"/>
          </p:nvPr>
        </p:nvSpPr>
        <p:spPr>
          <a:xfrm>
            <a:off x="4553608" y="3974354"/>
            <a:ext cx="3041650" cy="335140"/>
          </a:xfrm>
        </p:spPr>
        <p:txBody>
          <a:bodyPr>
            <a:normAutofit/>
          </a:bodyPr>
          <a:lstStyle>
            <a:lvl1pPr marL="0" indent="0">
              <a:buFontTx/>
              <a:buNone/>
              <a:defRPr sz="1600" b="1">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43" name="内容占位符 36"/>
          <p:cNvSpPr>
            <a:spLocks noGrp="1"/>
          </p:cNvSpPr>
          <p:nvPr>
            <p:ph sz="quarter" idx="17" hasCustomPrompt="1"/>
          </p:nvPr>
        </p:nvSpPr>
        <p:spPr>
          <a:xfrm>
            <a:off x="4553608" y="4300242"/>
            <a:ext cx="3041650" cy="1050423"/>
          </a:xfrm>
        </p:spPr>
        <p:txBody>
          <a:bodyPr>
            <a:noAutofit/>
          </a:bodyPr>
          <a:lstStyle>
            <a:lvl1pPr marL="0" indent="0">
              <a:lnSpc>
                <a:spcPct val="15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请输入您需要的文字请输入您需要的文字请输入您需要的文字请输入您需要的文字请输入</a:t>
            </a:r>
            <a:endParaRPr kumimoji="1" lang="zh-CN" altLang="en-US" dirty="0"/>
          </a:p>
        </p:txBody>
      </p:sp>
      <p:sp>
        <p:nvSpPr>
          <p:cNvPr id="44" name="内容占位符 36"/>
          <p:cNvSpPr>
            <a:spLocks noGrp="1"/>
          </p:cNvSpPr>
          <p:nvPr>
            <p:ph sz="quarter" idx="18" hasCustomPrompt="1"/>
          </p:nvPr>
        </p:nvSpPr>
        <p:spPr>
          <a:xfrm>
            <a:off x="7917416" y="3974354"/>
            <a:ext cx="3041650" cy="335140"/>
          </a:xfrm>
        </p:spPr>
        <p:txBody>
          <a:bodyPr>
            <a:normAutofit/>
          </a:bodyPr>
          <a:lstStyle>
            <a:lvl1pPr marL="0" indent="0">
              <a:buFontTx/>
              <a:buNone/>
              <a:defRPr sz="1600" b="1">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45" name="内容占位符 36"/>
          <p:cNvSpPr>
            <a:spLocks noGrp="1"/>
          </p:cNvSpPr>
          <p:nvPr>
            <p:ph sz="quarter" idx="19" hasCustomPrompt="1"/>
          </p:nvPr>
        </p:nvSpPr>
        <p:spPr>
          <a:xfrm>
            <a:off x="7910408" y="4300242"/>
            <a:ext cx="3041650" cy="1050423"/>
          </a:xfrm>
        </p:spPr>
        <p:txBody>
          <a:bodyPr>
            <a:noAutofit/>
          </a:bodyPr>
          <a:lstStyle>
            <a:lvl1pPr marL="0" indent="0">
              <a:lnSpc>
                <a:spcPct val="15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请输入您需要的文字请输入您需要的文字请输入您需要的文字请输入您需要的文字请输入</a:t>
            </a:r>
            <a:endParaRPr kumimoji="1" lang="zh-CN" altLang="en-US" dirty="0"/>
          </a:p>
        </p:txBody>
      </p:sp>
      <p:sp>
        <p:nvSpPr>
          <p:cNvPr id="48" name="矩形 47"/>
          <p:cNvSpPr/>
          <p:nvPr userDrawn="1"/>
        </p:nvSpPr>
        <p:spPr>
          <a:xfrm>
            <a:off x="4113213" y="2140114"/>
            <a:ext cx="45719" cy="3199602"/>
          </a:xfrm>
          <a:prstGeom prst="rect">
            <a:avLst/>
          </a:prstGeom>
          <a:solidFill>
            <a:srgbClr val="1841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
        <p:nvSpPr>
          <p:cNvPr id="61" name="图片占位符 29"/>
          <p:cNvSpPr>
            <a:spLocks noGrp="1"/>
          </p:cNvSpPr>
          <p:nvPr>
            <p:ph type="pic" sz="quarter" idx="11" hasCustomPrompt="1"/>
          </p:nvPr>
        </p:nvSpPr>
        <p:spPr>
          <a:xfrm>
            <a:off x="1149178" y="1390502"/>
            <a:ext cx="3712873" cy="4336359"/>
          </a:xfrm>
        </p:spPr>
        <p:txBody>
          <a:bodyPr/>
          <a:lstStyle>
            <a:lvl1pPr marL="0" indent="0">
              <a:buNone/>
              <a:defRPr sz="2000" baseline="0"/>
            </a:lvl1pPr>
          </a:lstStyle>
          <a:p>
            <a:r>
              <a:rPr kumimoji="1" lang="en-US" altLang="zh-CN" dirty="0"/>
              <a:t>                  </a:t>
            </a:r>
            <a:endParaRPr kumimoji="1" lang="en-US" altLang="zh-CN" dirty="0"/>
          </a:p>
          <a:p>
            <a:endParaRPr kumimoji="1" lang="en-US" altLang="zh-CN" dirty="0"/>
          </a:p>
          <a:p>
            <a:endParaRPr kumimoji="1" lang="en-US" altLang="zh-CN" dirty="0"/>
          </a:p>
          <a:p>
            <a:endParaRPr kumimoji="1" lang="en-US" altLang="zh-CN" dirty="0"/>
          </a:p>
          <a:p>
            <a:r>
              <a:rPr kumimoji="1" lang="en-US" altLang="zh-CN" dirty="0"/>
              <a:t>                          </a:t>
            </a:r>
            <a:r>
              <a:rPr kumimoji="1" lang="zh-CN" altLang="en-US" dirty="0"/>
              <a:t>图片</a:t>
            </a:r>
            <a:endParaRPr kumimoji="1" lang="zh-CN" altLang="en-US" dirty="0"/>
          </a:p>
        </p:txBody>
      </p:sp>
      <p:pic>
        <p:nvPicPr>
          <p:cNvPr id="17" name="图片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20" name="矩形 19"/>
          <p:cNvSpPr/>
          <p:nvPr userDrawn="1"/>
        </p:nvSpPr>
        <p:spPr>
          <a:xfrm>
            <a:off x="5779265" y="1389785"/>
            <a:ext cx="5354882" cy="623888"/>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 name="文本占位符 3"/>
          <p:cNvSpPr>
            <a:spLocks noGrp="1"/>
          </p:cNvSpPr>
          <p:nvPr>
            <p:ph type="body" sz="quarter" idx="24" hasCustomPrompt="1"/>
          </p:nvPr>
        </p:nvSpPr>
        <p:spPr>
          <a:xfrm>
            <a:off x="5886264" y="1520429"/>
            <a:ext cx="4512796" cy="433387"/>
          </a:xfrm>
        </p:spPr>
        <p:txBody>
          <a:bodyPr>
            <a:no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请输入您需要的文字微软雅黑</a:t>
            </a:r>
            <a:r>
              <a:rPr kumimoji="1" lang="en-US" altLang="zh-CN" dirty="0"/>
              <a:t>20</a:t>
            </a:r>
            <a:r>
              <a:rPr kumimoji="1" lang="zh-CN" altLang="en-US" dirty="0"/>
              <a:t>号</a:t>
            </a:r>
            <a:endParaRPr kumimoji="1" lang="zh-CN" altLang="en-US" dirty="0"/>
          </a:p>
        </p:txBody>
      </p:sp>
      <p:sp>
        <p:nvSpPr>
          <p:cNvPr id="23" name="矩形 22"/>
          <p:cNvSpPr/>
          <p:nvPr userDrawn="1"/>
        </p:nvSpPr>
        <p:spPr>
          <a:xfrm>
            <a:off x="5779265" y="2147334"/>
            <a:ext cx="5354882" cy="623888"/>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24" name="文本占位符 3"/>
          <p:cNvSpPr>
            <a:spLocks noGrp="1"/>
          </p:cNvSpPr>
          <p:nvPr>
            <p:ph type="body" sz="quarter" idx="25" hasCustomPrompt="1"/>
          </p:nvPr>
        </p:nvSpPr>
        <p:spPr>
          <a:xfrm>
            <a:off x="5886264" y="2277978"/>
            <a:ext cx="4512796" cy="433387"/>
          </a:xfrm>
        </p:spPr>
        <p:txBody>
          <a:bodyPr>
            <a:no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请输入您需要的文字微软雅黑</a:t>
            </a:r>
            <a:r>
              <a:rPr kumimoji="1" lang="en-US" altLang="zh-CN" dirty="0"/>
              <a:t>20</a:t>
            </a:r>
            <a:r>
              <a:rPr kumimoji="1" lang="zh-CN" altLang="en-US" dirty="0"/>
              <a:t>号</a:t>
            </a:r>
            <a:endParaRPr kumimoji="1" lang="zh-CN" altLang="en-US" dirty="0"/>
          </a:p>
        </p:txBody>
      </p:sp>
      <p:sp>
        <p:nvSpPr>
          <p:cNvPr id="25" name="矩形 24"/>
          <p:cNvSpPr/>
          <p:nvPr userDrawn="1"/>
        </p:nvSpPr>
        <p:spPr>
          <a:xfrm>
            <a:off x="5779265" y="2879892"/>
            <a:ext cx="5354882" cy="623888"/>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26" name="文本占位符 3"/>
          <p:cNvSpPr>
            <a:spLocks noGrp="1"/>
          </p:cNvSpPr>
          <p:nvPr>
            <p:ph type="body" sz="quarter" idx="26" hasCustomPrompt="1"/>
          </p:nvPr>
        </p:nvSpPr>
        <p:spPr>
          <a:xfrm>
            <a:off x="5886264" y="3010536"/>
            <a:ext cx="4512796" cy="433387"/>
          </a:xfrm>
        </p:spPr>
        <p:txBody>
          <a:bodyPr>
            <a:no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请输入您需要的文字微软雅黑</a:t>
            </a:r>
            <a:r>
              <a:rPr kumimoji="1" lang="en-US" altLang="zh-CN" dirty="0"/>
              <a:t>20</a:t>
            </a:r>
            <a:r>
              <a:rPr kumimoji="1" lang="zh-CN" altLang="en-US" dirty="0"/>
              <a:t>号</a:t>
            </a:r>
            <a:endParaRPr kumimoji="1" lang="zh-CN" altLang="en-US" dirty="0"/>
          </a:p>
        </p:txBody>
      </p:sp>
      <p:sp>
        <p:nvSpPr>
          <p:cNvPr id="27" name="矩形 26"/>
          <p:cNvSpPr/>
          <p:nvPr userDrawn="1"/>
        </p:nvSpPr>
        <p:spPr>
          <a:xfrm>
            <a:off x="5779265" y="3625278"/>
            <a:ext cx="5354882" cy="623888"/>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28" name="文本占位符 3"/>
          <p:cNvSpPr>
            <a:spLocks noGrp="1"/>
          </p:cNvSpPr>
          <p:nvPr>
            <p:ph type="body" sz="quarter" idx="27" hasCustomPrompt="1"/>
          </p:nvPr>
        </p:nvSpPr>
        <p:spPr>
          <a:xfrm>
            <a:off x="5886264" y="3755922"/>
            <a:ext cx="4512796" cy="433387"/>
          </a:xfrm>
        </p:spPr>
        <p:txBody>
          <a:bodyPr>
            <a:no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请输入您需要的文字微软雅黑</a:t>
            </a:r>
            <a:r>
              <a:rPr kumimoji="1" lang="en-US" altLang="zh-CN" dirty="0"/>
              <a:t>20</a:t>
            </a:r>
            <a:r>
              <a:rPr kumimoji="1" lang="zh-CN" altLang="en-US" dirty="0"/>
              <a:t>号</a:t>
            </a:r>
            <a:endParaRPr kumimoji="1" lang="zh-CN" altLang="en-US" dirty="0"/>
          </a:p>
        </p:txBody>
      </p:sp>
      <p:sp>
        <p:nvSpPr>
          <p:cNvPr id="29" name="矩形 28"/>
          <p:cNvSpPr/>
          <p:nvPr userDrawn="1"/>
        </p:nvSpPr>
        <p:spPr>
          <a:xfrm>
            <a:off x="5779265" y="4370664"/>
            <a:ext cx="5354882" cy="623888"/>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30" name="文本占位符 3"/>
          <p:cNvSpPr>
            <a:spLocks noGrp="1"/>
          </p:cNvSpPr>
          <p:nvPr>
            <p:ph type="body" sz="quarter" idx="28" hasCustomPrompt="1"/>
          </p:nvPr>
        </p:nvSpPr>
        <p:spPr>
          <a:xfrm>
            <a:off x="5886264" y="4501308"/>
            <a:ext cx="4512796" cy="433387"/>
          </a:xfrm>
        </p:spPr>
        <p:txBody>
          <a:bodyPr>
            <a:no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请输入您需要的文字微软雅黑</a:t>
            </a:r>
            <a:r>
              <a:rPr kumimoji="1" lang="en-US" altLang="zh-CN" dirty="0"/>
              <a:t>20</a:t>
            </a:r>
            <a:r>
              <a:rPr kumimoji="1" lang="zh-CN" altLang="en-US" dirty="0"/>
              <a:t>号</a:t>
            </a:r>
            <a:endParaRPr kumimoji="1" lang="zh-CN" altLang="en-US" dirty="0"/>
          </a:p>
        </p:txBody>
      </p:sp>
      <p:sp>
        <p:nvSpPr>
          <p:cNvPr id="31" name="矩形 30"/>
          <p:cNvSpPr/>
          <p:nvPr userDrawn="1"/>
        </p:nvSpPr>
        <p:spPr>
          <a:xfrm>
            <a:off x="5779265" y="5116050"/>
            <a:ext cx="5354882" cy="623888"/>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33" name="文本占位符 3"/>
          <p:cNvSpPr>
            <a:spLocks noGrp="1"/>
          </p:cNvSpPr>
          <p:nvPr>
            <p:ph type="body" sz="quarter" idx="29" hasCustomPrompt="1"/>
          </p:nvPr>
        </p:nvSpPr>
        <p:spPr>
          <a:xfrm>
            <a:off x="5886264" y="5246694"/>
            <a:ext cx="4512796" cy="433387"/>
          </a:xfrm>
        </p:spPr>
        <p:txBody>
          <a:bodyPr>
            <a:no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请输入您需要的文字微软雅黑</a:t>
            </a:r>
            <a:r>
              <a:rPr kumimoji="1" lang="en-US" altLang="zh-CN" dirty="0"/>
              <a:t>20</a:t>
            </a:r>
            <a:r>
              <a:rPr kumimoji="1" lang="zh-CN" altLang="en-US" dirty="0"/>
              <a:t>号</a:t>
            </a:r>
            <a:endParaRPr kumimoji="1" lang="zh-CN" altLang="en-US" dirty="0"/>
          </a:p>
        </p:txBody>
      </p:sp>
      <p:sp>
        <p:nvSpPr>
          <p:cNvPr id="40" name="矩形 39"/>
          <p:cNvSpPr/>
          <p:nvPr userDrawn="1"/>
        </p:nvSpPr>
        <p:spPr>
          <a:xfrm>
            <a:off x="5136327" y="2128822"/>
            <a:ext cx="642937" cy="62388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1" name="文本占位符 5"/>
          <p:cNvSpPr>
            <a:spLocks noGrp="1"/>
          </p:cNvSpPr>
          <p:nvPr>
            <p:ph type="body" sz="quarter" idx="31" hasCustomPrompt="1"/>
          </p:nvPr>
        </p:nvSpPr>
        <p:spPr>
          <a:xfrm>
            <a:off x="5274794" y="2215563"/>
            <a:ext cx="447489" cy="44795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b="1">
                <a:solidFill>
                  <a:srgbClr val="18419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2</a:t>
            </a:r>
            <a:endParaRPr kumimoji="1" lang="zh-CN" altLang="en-US" dirty="0"/>
          </a:p>
        </p:txBody>
      </p:sp>
      <p:sp>
        <p:nvSpPr>
          <p:cNvPr id="42" name="矩形 41"/>
          <p:cNvSpPr/>
          <p:nvPr userDrawn="1"/>
        </p:nvSpPr>
        <p:spPr>
          <a:xfrm>
            <a:off x="5136327" y="2908854"/>
            <a:ext cx="642937" cy="62388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3" name="文本占位符 5"/>
          <p:cNvSpPr>
            <a:spLocks noGrp="1"/>
          </p:cNvSpPr>
          <p:nvPr>
            <p:ph type="body" sz="quarter" idx="32" hasCustomPrompt="1"/>
          </p:nvPr>
        </p:nvSpPr>
        <p:spPr>
          <a:xfrm>
            <a:off x="5274794" y="2995595"/>
            <a:ext cx="447489" cy="44795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b="1">
                <a:solidFill>
                  <a:srgbClr val="18419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3</a:t>
            </a:r>
            <a:endParaRPr kumimoji="1" lang="zh-CN" altLang="en-US" dirty="0"/>
          </a:p>
        </p:txBody>
      </p:sp>
      <p:sp>
        <p:nvSpPr>
          <p:cNvPr id="44" name="矩形 43"/>
          <p:cNvSpPr/>
          <p:nvPr userDrawn="1"/>
        </p:nvSpPr>
        <p:spPr>
          <a:xfrm>
            <a:off x="5136327" y="3621719"/>
            <a:ext cx="642937" cy="62388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5" name="文本占位符 5"/>
          <p:cNvSpPr>
            <a:spLocks noGrp="1"/>
          </p:cNvSpPr>
          <p:nvPr>
            <p:ph type="body" sz="quarter" idx="33" hasCustomPrompt="1"/>
          </p:nvPr>
        </p:nvSpPr>
        <p:spPr>
          <a:xfrm>
            <a:off x="5274794" y="3708460"/>
            <a:ext cx="447489" cy="44795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b="1">
                <a:solidFill>
                  <a:srgbClr val="18419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4</a:t>
            </a:r>
            <a:endParaRPr kumimoji="1" lang="zh-CN" altLang="en-US" dirty="0"/>
          </a:p>
        </p:txBody>
      </p:sp>
      <p:sp>
        <p:nvSpPr>
          <p:cNvPr id="46" name="矩形 45"/>
          <p:cNvSpPr/>
          <p:nvPr userDrawn="1"/>
        </p:nvSpPr>
        <p:spPr>
          <a:xfrm>
            <a:off x="5136327" y="4316729"/>
            <a:ext cx="642937" cy="62388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7" name="文本占位符 5"/>
          <p:cNvSpPr>
            <a:spLocks noGrp="1"/>
          </p:cNvSpPr>
          <p:nvPr>
            <p:ph type="body" sz="quarter" idx="34" hasCustomPrompt="1"/>
          </p:nvPr>
        </p:nvSpPr>
        <p:spPr>
          <a:xfrm>
            <a:off x="5274794" y="4403470"/>
            <a:ext cx="447489" cy="44795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b="1">
                <a:solidFill>
                  <a:srgbClr val="18419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5</a:t>
            </a:r>
            <a:endParaRPr kumimoji="1" lang="zh-CN" altLang="en-US" dirty="0"/>
          </a:p>
        </p:txBody>
      </p:sp>
      <p:sp>
        <p:nvSpPr>
          <p:cNvPr id="48" name="矩形 47"/>
          <p:cNvSpPr/>
          <p:nvPr userDrawn="1"/>
        </p:nvSpPr>
        <p:spPr>
          <a:xfrm>
            <a:off x="5136327" y="5113597"/>
            <a:ext cx="642937" cy="62388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9" name="文本占位符 5"/>
          <p:cNvSpPr>
            <a:spLocks noGrp="1"/>
          </p:cNvSpPr>
          <p:nvPr>
            <p:ph type="body" sz="quarter" idx="35" hasCustomPrompt="1"/>
          </p:nvPr>
        </p:nvSpPr>
        <p:spPr>
          <a:xfrm>
            <a:off x="5274794" y="5200338"/>
            <a:ext cx="447489" cy="44795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b="1">
                <a:solidFill>
                  <a:srgbClr val="18419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6</a:t>
            </a:r>
            <a:endParaRPr kumimoji="1" lang="zh-CN" altLang="en-US" dirty="0"/>
          </a:p>
        </p:txBody>
      </p:sp>
      <p:sp>
        <p:nvSpPr>
          <p:cNvPr id="50" name="矩形 49"/>
          <p:cNvSpPr/>
          <p:nvPr userDrawn="1"/>
        </p:nvSpPr>
        <p:spPr>
          <a:xfrm>
            <a:off x="5136327" y="1389785"/>
            <a:ext cx="642937" cy="62388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51" name="文本占位符 5"/>
          <p:cNvSpPr>
            <a:spLocks noGrp="1"/>
          </p:cNvSpPr>
          <p:nvPr>
            <p:ph type="body" sz="quarter" idx="30" hasCustomPrompt="1"/>
          </p:nvPr>
        </p:nvSpPr>
        <p:spPr>
          <a:xfrm>
            <a:off x="5274794" y="1476526"/>
            <a:ext cx="447489" cy="44795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b="1">
                <a:solidFill>
                  <a:srgbClr val="184199"/>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1" lang="en-US" altLang="zh-CN" dirty="0"/>
              <a:t>1</a:t>
            </a:r>
            <a:endParaRPr kumimoji="1"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5" name="文本占位符 26"/>
          <p:cNvSpPr>
            <a:spLocks noGrp="1"/>
          </p:cNvSpPr>
          <p:nvPr>
            <p:ph type="body" sz="quarter" idx="10" hasCustomPrompt="1"/>
          </p:nvPr>
        </p:nvSpPr>
        <p:spPr>
          <a:xfrm>
            <a:off x="974834" y="875801"/>
            <a:ext cx="5025503" cy="480909"/>
          </a:xfrm>
        </p:spPr>
        <p:txBody>
          <a:bodyPr>
            <a:normAutofit/>
          </a:bodyPr>
          <a:lstStyle>
            <a:lvl1pPr marL="0" indent="0">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28" name="内容占位符 36"/>
          <p:cNvSpPr>
            <a:spLocks noGrp="1"/>
          </p:cNvSpPr>
          <p:nvPr>
            <p:ph sz="quarter" idx="12" hasCustomPrompt="1"/>
          </p:nvPr>
        </p:nvSpPr>
        <p:spPr>
          <a:xfrm>
            <a:off x="978375" y="1531389"/>
            <a:ext cx="3041650" cy="335140"/>
          </a:xfrm>
        </p:spPr>
        <p:txBody>
          <a:bodyPr>
            <a:normAutofit/>
          </a:bodyPr>
          <a:lstStyle>
            <a:lvl1pPr marL="0" indent="0">
              <a:buFontTx/>
              <a:buNone/>
              <a:defRPr sz="1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16</a:t>
            </a:r>
            <a:r>
              <a:rPr kumimoji="1" lang="zh-CN" altLang="en-US" dirty="0"/>
              <a:t>号</a:t>
            </a:r>
            <a:endParaRPr kumimoji="1" lang="en-US" altLang="zh-CN" dirty="0"/>
          </a:p>
        </p:txBody>
      </p:sp>
      <p:sp>
        <p:nvSpPr>
          <p:cNvPr id="29" name="内容占位符 36"/>
          <p:cNvSpPr>
            <a:spLocks noGrp="1"/>
          </p:cNvSpPr>
          <p:nvPr>
            <p:ph sz="quarter" idx="13" hasCustomPrompt="1"/>
          </p:nvPr>
        </p:nvSpPr>
        <p:spPr>
          <a:xfrm>
            <a:off x="978375" y="1857278"/>
            <a:ext cx="3041650"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30" name="内容占位符 36"/>
          <p:cNvSpPr>
            <a:spLocks noGrp="1"/>
          </p:cNvSpPr>
          <p:nvPr>
            <p:ph sz="quarter" idx="14" hasCustomPrompt="1"/>
          </p:nvPr>
        </p:nvSpPr>
        <p:spPr>
          <a:xfrm>
            <a:off x="8313556" y="1531389"/>
            <a:ext cx="3041650" cy="335140"/>
          </a:xfrm>
        </p:spPr>
        <p:txBody>
          <a:bodyPr>
            <a:normAutofit/>
          </a:bodyPr>
          <a:lstStyle>
            <a:lvl1pPr marL="0" indent="0">
              <a:buFontTx/>
              <a:buNone/>
              <a:defRPr sz="1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16</a:t>
            </a:r>
            <a:r>
              <a:rPr kumimoji="1" lang="zh-CN" altLang="en-US" dirty="0"/>
              <a:t>号</a:t>
            </a:r>
            <a:endParaRPr kumimoji="1" lang="en-US" altLang="zh-CN" dirty="0"/>
          </a:p>
        </p:txBody>
      </p:sp>
      <p:sp>
        <p:nvSpPr>
          <p:cNvPr id="31" name="内容占位符 36"/>
          <p:cNvSpPr>
            <a:spLocks noGrp="1"/>
          </p:cNvSpPr>
          <p:nvPr>
            <p:ph sz="quarter" idx="15" hasCustomPrompt="1"/>
          </p:nvPr>
        </p:nvSpPr>
        <p:spPr>
          <a:xfrm>
            <a:off x="8313556" y="1857278"/>
            <a:ext cx="3041650"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32" name="内容占位符 36"/>
          <p:cNvSpPr>
            <a:spLocks noGrp="1"/>
          </p:cNvSpPr>
          <p:nvPr>
            <p:ph sz="quarter" idx="16" hasCustomPrompt="1"/>
          </p:nvPr>
        </p:nvSpPr>
        <p:spPr>
          <a:xfrm>
            <a:off x="4656913" y="1531389"/>
            <a:ext cx="3041650" cy="335140"/>
          </a:xfrm>
        </p:spPr>
        <p:txBody>
          <a:bodyPr>
            <a:normAutofit/>
          </a:bodyPr>
          <a:lstStyle>
            <a:lvl1pPr marL="0" indent="0">
              <a:buFontTx/>
              <a:buNone/>
              <a:defRPr sz="1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16</a:t>
            </a:r>
            <a:r>
              <a:rPr kumimoji="1" lang="zh-CN" altLang="en-US" dirty="0"/>
              <a:t>号</a:t>
            </a:r>
            <a:endParaRPr kumimoji="1" lang="en-US" altLang="zh-CN" dirty="0"/>
          </a:p>
        </p:txBody>
      </p:sp>
      <p:sp>
        <p:nvSpPr>
          <p:cNvPr id="33" name="内容占位符 36"/>
          <p:cNvSpPr>
            <a:spLocks noGrp="1"/>
          </p:cNvSpPr>
          <p:nvPr>
            <p:ph sz="quarter" idx="17" hasCustomPrompt="1"/>
          </p:nvPr>
        </p:nvSpPr>
        <p:spPr>
          <a:xfrm>
            <a:off x="4656913" y="1857278"/>
            <a:ext cx="3041650"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35" name="图片占位符 29"/>
          <p:cNvSpPr>
            <a:spLocks noGrp="1"/>
          </p:cNvSpPr>
          <p:nvPr>
            <p:ph type="pic" sz="quarter" idx="11" hasCustomPrompt="1"/>
          </p:nvPr>
        </p:nvSpPr>
        <p:spPr>
          <a:xfrm>
            <a:off x="0" y="2761531"/>
            <a:ext cx="12192000" cy="4096469"/>
          </a:xfrm>
        </p:spPr>
        <p:txBody>
          <a:bodyPr/>
          <a:lstStyle>
            <a:lvl1pPr marL="0" indent="0">
              <a:buNone/>
              <a:defRPr sz="2000" baseline="0"/>
            </a:lvl1pPr>
          </a:lstStyle>
          <a:p>
            <a:r>
              <a:rPr kumimoji="1" lang="en-US" altLang="zh-CN" dirty="0"/>
              <a:t>   </a:t>
            </a:r>
            <a:endParaRPr kumimoji="1" lang="en-US" altLang="zh-CN" dirty="0"/>
          </a:p>
          <a:p>
            <a:r>
              <a:rPr kumimoji="1" lang="en-US" altLang="zh-CN" dirty="0"/>
              <a:t> </a:t>
            </a:r>
            <a:endParaRPr kumimoji="1" lang="en-US" altLang="zh-CN" dirty="0"/>
          </a:p>
          <a:p>
            <a:endParaRPr kumimoji="1" lang="en-US" altLang="zh-CN" dirty="0"/>
          </a:p>
          <a:p>
            <a:r>
              <a:rPr kumimoji="1" lang="en-US" altLang="zh-CN" dirty="0"/>
              <a:t>                                                                                                    </a:t>
            </a:r>
            <a:r>
              <a:rPr kumimoji="1" lang="zh-CN" altLang="en-US" dirty="0"/>
              <a:t>图片</a:t>
            </a:r>
            <a:endParaRPr kumimoji="1" lang="zh-CN" altLang="en-US" dirty="0"/>
          </a:p>
        </p:txBody>
      </p:sp>
      <p:pic>
        <p:nvPicPr>
          <p:cNvPr id="12" name="图片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18" name="文本占位符 26"/>
          <p:cNvSpPr>
            <a:spLocks noGrp="1"/>
          </p:cNvSpPr>
          <p:nvPr>
            <p:ph type="body" sz="quarter" idx="10" hasCustomPrompt="1"/>
          </p:nvPr>
        </p:nvSpPr>
        <p:spPr>
          <a:xfrm>
            <a:off x="5786514" y="1455674"/>
            <a:ext cx="5025503" cy="480909"/>
          </a:xfrm>
        </p:spPr>
        <p:txBody>
          <a:bodyPr>
            <a:normAutofit/>
          </a:bodyPr>
          <a:lstStyle>
            <a:lvl1pPr marL="0" indent="0">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19" name="内容占位符 36"/>
          <p:cNvSpPr>
            <a:spLocks noGrp="1"/>
          </p:cNvSpPr>
          <p:nvPr>
            <p:ph sz="quarter" idx="15" hasCustomPrompt="1"/>
          </p:nvPr>
        </p:nvSpPr>
        <p:spPr>
          <a:xfrm>
            <a:off x="5804692" y="2032178"/>
            <a:ext cx="5007325" cy="1121052"/>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请输入您需要的文字请输入您需要的文字请输入您需要的文字请输入您需要的文字请输入您需要的文字请输入您需要的文字请输入您需要的文字</a:t>
            </a:r>
            <a:endParaRPr kumimoji="1" lang="zh-CN" altLang="en-US" dirty="0"/>
          </a:p>
        </p:txBody>
      </p:sp>
      <p:sp>
        <p:nvSpPr>
          <p:cNvPr id="24" name="图片占位符 22"/>
          <p:cNvSpPr>
            <a:spLocks noGrp="1"/>
          </p:cNvSpPr>
          <p:nvPr>
            <p:ph type="pic" sz="quarter" idx="16" hasCustomPrompt="1"/>
          </p:nvPr>
        </p:nvSpPr>
        <p:spPr>
          <a:xfrm>
            <a:off x="0" y="1455675"/>
            <a:ext cx="5353050" cy="3562414"/>
          </a:xfrm>
        </p:spPr>
        <p:txBody>
          <a:bodyPr>
            <a:normAutofit/>
          </a:bodyPr>
          <a:lstStyle>
            <a:lvl1pPr marL="0" indent="0">
              <a:buNone/>
              <a:defRPr sz="2000" baseline="0"/>
            </a:lvl1pPr>
          </a:lstStyle>
          <a:p>
            <a:endParaRPr kumimoji="1" lang="zh-CN" altLang="en-US" dirty="0"/>
          </a:p>
          <a:p>
            <a:endParaRPr kumimoji="1" lang="zh-CN" altLang="en-US" dirty="0"/>
          </a:p>
          <a:p>
            <a:endParaRPr kumimoji="1" lang="zh-CN" altLang="en-US" dirty="0"/>
          </a:p>
          <a:p>
            <a:r>
              <a:rPr kumimoji="1" lang="en-US" altLang="zh-CN" dirty="0"/>
              <a:t>                                 </a:t>
            </a:r>
            <a:r>
              <a:rPr kumimoji="1" lang="zh-CN" altLang="en-US" dirty="0"/>
              <a:t>图片</a:t>
            </a:r>
            <a:endParaRPr kumimoji="1" lang="zh-CN" altLang="en-US" dirty="0"/>
          </a:p>
        </p:txBody>
      </p:sp>
      <p:sp>
        <p:nvSpPr>
          <p:cNvPr id="26" name="椭圆 25"/>
          <p:cNvSpPr/>
          <p:nvPr userDrawn="1"/>
        </p:nvSpPr>
        <p:spPr>
          <a:xfrm>
            <a:off x="5930210" y="3546325"/>
            <a:ext cx="1408592" cy="1408592"/>
          </a:xfrm>
          <a:prstGeom prst="ellipse">
            <a:avLst/>
          </a:prstGeom>
          <a:noFill/>
          <a:ln w="57150" cmpd="sng">
            <a:solidFill>
              <a:srgbClr val="18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7" name="文本占位符 26"/>
          <p:cNvSpPr>
            <a:spLocks noGrp="1"/>
          </p:cNvSpPr>
          <p:nvPr>
            <p:ph type="body" sz="quarter" idx="17" hasCustomPrompt="1"/>
          </p:nvPr>
        </p:nvSpPr>
        <p:spPr>
          <a:xfrm>
            <a:off x="6023654" y="4020188"/>
            <a:ext cx="1322476" cy="480909"/>
          </a:xfrm>
        </p:spPr>
        <p:txBody>
          <a:bodyPr>
            <a:noAutofit/>
          </a:bodyPr>
          <a:lstStyle>
            <a:lvl1pPr marL="0" indent="0">
              <a:buFontTx/>
              <a:buNone/>
              <a:defRPr sz="30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x-none" altLang="zh-CN" dirty="0"/>
              <a:t>100</a:t>
            </a:r>
            <a:r>
              <a:rPr kumimoji="1" lang="en-US" altLang="zh-CN" dirty="0"/>
              <a:t>%</a:t>
            </a:r>
            <a:endParaRPr kumimoji="1" lang="zh-CN" altLang="en-US" dirty="0"/>
          </a:p>
        </p:txBody>
      </p:sp>
      <p:sp>
        <p:nvSpPr>
          <p:cNvPr id="28" name="椭圆 27"/>
          <p:cNvSpPr/>
          <p:nvPr userDrawn="1"/>
        </p:nvSpPr>
        <p:spPr>
          <a:xfrm>
            <a:off x="7670947" y="3546325"/>
            <a:ext cx="1408592" cy="1408592"/>
          </a:xfrm>
          <a:prstGeom prst="ellipse">
            <a:avLst/>
          </a:prstGeom>
          <a:noFill/>
          <a:ln w="57150" cmpd="sng">
            <a:solidFill>
              <a:srgbClr val="18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9" name="文本占位符 26"/>
          <p:cNvSpPr>
            <a:spLocks noGrp="1"/>
          </p:cNvSpPr>
          <p:nvPr>
            <p:ph type="body" sz="quarter" idx="18" hasCustomPrompt="1"/>
          </p:nvPr>
        </p:nvSpPr>
        <p:spPr>
          <a:xfrm>
            <a:off x="7753443" y="4020188"/>
            <a:ext cx="1322476" cy="480909"/>
          </a:xfrm>
        </p:spPr>
        <p:txBody>
          <a:bodyPr>
            <a:noAutofit/>
          </a:bodyPr>
          <a:lstStyle>
            <a:lvl1pPr marL="0" indent="0" algn="ctr">
              <a:buFontTx/>
              <a:buNone/>
              <a:defRPr sz="30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x-none" altLang="zh-CN" dirty="0"/>
              <a:t>10</a:t>
            </a:r>
            <a:r>
              <a:rPr kumimoji="1" lang="en-US" altLang="zh-CN" dirty="0"/>
              <a:t>%</a:t>
            </a:r>
            <a:endParaRPr kumimoji="1" lang="zh-CN" altLang="en-US" dirty="0"/>
          </a:p>
        </p:txBody>
      </p:sp>
      <p:sp>
        <p:nvSpPr>
          <p:cNvPr id="30" name="椭圆 29"/>
          <p:cNvSpPr/>
          <p:nvPr userDrawn="1"/>
        </p:nvSpPr>
        <p:spPr>
          <a:xfrm>
            <a:off x="9396097" y="3546325"/>
            <a:ext cx="1408592" cy="1408592"/>
          </a:xfrm>
          <a:prstGeom prst="ellipse">
            <a:avLst/>
          </a:prstGeom>
          <a:noFill/>
          <a:ln w="57150" cmpd="sng">
            <a:solidFill>
              <a:srgbClr val="18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1" name="文本占位符 26"/>
          <p:cNvSpPr>
            <a:spLocks noGrp="1"/>
          </p:cNvSpPr>
          <p:nvPr>
            <p:ph type="body" sz="quarter" idx="19" hasCustomPrompt="1"/>
          </p:nvPr>
        </p:nvSpPr>
        <p:spPr>
          <a:xfrm>
            <a:off x="9478593" y="4020188"/>
            <a:ext cx="1322476" cy="480909"/>
          </a:xfrm>
        </p:spPr>
        <p:txBody>
          <a:bodyPr>
            <a:noAutofit/>
          </a:bodyPr>
          <a:lstStyle>
            <a:lvl1pPr marL="0" indent="0" algn="ctr">
              <a:buFontTx/>
              <a:buNone/>
              <a:defRPr sz="30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x-none" altLang="zh-CN" dirty="0"/>
              <a:t>30</a:t>
            </a:r>
            <a:r>
              <a:rPr kumimoji="1" lang="en-US" altLang="zh-CN" dirty="0"/>
              <a:t>%</a:t>
            </a:r>
            <a:endParaRPr kumimoji="1" lang="zh-CN" altLang="en-US" dirty="0"/>
          </a:p>
        </p:txBody>
      </p:sp>
      <p:pic>
        <p:nvPicPr>
          <p:cNvPr id="32" name="图片 3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64" name="图片占位符 31"/>
          <p:cNvSpPr>
            <a:spLocks noGrp="1"/>
          </p:cNvSpPr>
          <p:nvPr>
            <p:ph type="pic" sz="quarter" idx="21"/>
          </p:nvPr>
        </p:nvSpPr>
        <p:spPr>
          <a:xfrm>
            <a:off x="4393780" y="1401061"/>
            <a:ext cx="3403600" cy="2241550"/>
          </a:xfrm>
        </p:spPr>
        <p:txBody>
          <a:bodyPr/>
          <a:lstStyle/>
          <a:p>
            <a:endParaRPr kumimoji="1" lang="zh-CN" altLang="en-US" dirty="0"/>
          </a:p>
        </p:txBody>
      </p:sp>
      <p:sp>
        <p:nvSpPr>
          <p:cNvPr id="51" name="图片占位符 31"/>
          <p:cNvSpPr>
            <a:spLocks noGrp="1"/>
          </p:cNvSpPr>
          <p:nvPr>
            <p:ph type="pic" sz="quarter" idx="18"/>
          </p:nvPr>
        </p:nvSpPr>
        <p:spPr>
          <a:xfrm>
            <a:off x="7908097" y="3635375"/>
            <a:ext cx="3403600" cy="2241550"/>
          </a:xfrm>
        </p:spPr>
        <p:txBody>
          <a:bodyPr/>
          <a:lstStyle/>
          <a:p>
            <a:endParaRPr kumimoji="1" lang="zh-CN" altLang="en-US" dirty="0"/>
          </a:p>
        </p:txBody>
      </p:sp>
      <p:pic>
        <p:nvPicPr>
          <p:cNvPr id="30" name="图片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grpSp>
        <p:nvGrpSpPr>
          <p:cNvPr id="45" name="组 4"/>
          <p:cNvGrpSpPr/>
          <p:nvPr userDrawn="1"/>
        </p:nvGrpSpPr>
        <p:grpSpPr>
          <a:xfrm>
            <a:off x="7875963" y="1400435"/>
            <a:ext cx="3404039" cy="2386673"/>
            <a:chOff x="861237" y="805008"/>
            <a:chExt cx="3404039" cy="2386673"/>
          </a:xfrm>
          <a:solidFill>
            <a:srgbClr val="1B4F85"/>
          </a:solidFill>
        </p:grpSpPr>
        <p:sp>
          <p:nvSpPr>
            <p:cNvPr id="46" name="矩形 45"/>
            <p:cNvSpPr/>
            <p:nvPr/>
          </p:nvSpPr>
          <p:spPr>
            <a:xfrm>
              <a:off x="861237" y="805008"/>
              <a:ext cx="3404039" cy="2242176"/>
            </a:xfrm>
            <a:prstGeom prst="rect">
              <a:avLst/>
            </a:prstGeom>
            <a:solidFill>
              <a:srgbClr val="184199"/>
            </a:solidFill>
            <a:ln>
              <a:solidFill>
                <a:srgbClr val="1841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三角形 6"/>
            <p:cNvSpPr/>
            <p:nvPr/>
          </p:nvSpPr>
          <p:spPr>
            <a:xfrm rot="10800000">
              <a:off x="2359748" y="2840806"/>
              <a:ext cx="407015" cy="350875"/>
            </a:xfrm>
            <a:prstGeom prst="triangle">
              <a:avLst/>
            </a:prstGeom>
            <a:solidFill>
              <a:srgbClr val="184199"/>
            </a:solidFill>
            <a:ln>
              <a:solidFill>
                <a:srgbClr val="1841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8" name="组 47"/>
          <p:cNvGrpSpPr/>
          <p:nvPr userDrawn="1"/>
        </p:nvGrpSpPr>
        <p:grpSpPr>
          <a:xfrm>
            <a:off x="8294310" y="2024326"/>
            <a:ext cx="2581216" cy="1010064"/>
            <a:chOff x="1279584" y="2016491"/>
            <a:chExt cx="2581216" cy="1010064"/>
          </a:xfrm>
        </p:grpSpPr>
        <p:sp>
          <p:nvSpPr>
            <p:cNvPr id="49" name="矩形 48"/>
            <p:cNvSpPr/>
            <p:nvPr/>
          </p:nvSpPr>
          <p:spPr>
            <a:xfrm>
              <a:off x="1964898" y="2016491"/>
              <a:ext cx="1210588" cy="338554"/>
            </a:xfrm>
            <a:prstGeom prst="rect">
              <a:avLst/>
            </a:prstGeom>
          </p:spPr>
          <p:txBody>
            <a:bodyPr wrap="none">
              <a:spAutoFit/>
            </a:bodyPr>
            <a:lstStyle/>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请输入文字</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矩形 49"/>
            <p:cNvSpPr/>
            <p:nvPr/>
          </p:nvSpPr>
          <p:spPr>
            <a:xfrm>
              <a:off x="1279584" y="2374069"/>
              <a:ext cx="2581216" cy="652486"/>
            </a:xfrm>
            <a:prstGeom prst="rect">
              <a:avLst/>
            </a:prstGeom>
          </p:spPr>
          <p:txBody>
            <a:bodyPr wrap="square">
              <a:spAutoFit/>
            </a:bodyPr>
            <a:lstStyle/>
            <a:p>
              <a:pPr algn="ctr" defTabSz="513080">
                <a:lnSpc>
                  <a:spcPct val="13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请输入文字请输入文字请输入文字请输入文字输入文字</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52" name="组 51"/>
          <p:cNvGrpSpPr/>
          <p:nvPr userDrawn="1"/>
        </p:nvGrpSpPr>
        <p:grpSpPr>
          <a:xfrm>
            <a:off x="7907321" y="1386164"/>
            <a:ext cx="3404376" cy="2400944"/>
            <a:chOff x="861237" y="1386164"/>
            <a:chExt cx="3404376" cy="2400944"/>
          </a:xfrm>
        </p:grpSpPr>
        <p:sp>
          <p:nvSpPr>
            <p:cNvPr id="53" name="矩形 52"/>
            <p:cNvSpPr/>
            <p:nvPr userDrawn="1"/>
          </p:nvSpPr>
          <p:spPr>
            <a:xfrm>
              <a:off x="861237" y="1386164"/>
              <a:ext cx="3404376" cy="2256447"/>
            </a:xfrm>
            <a:prstGeom prst="rect">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4" name="菱形 53"/>
            <p:cNvSpPr/>
            <p:nvPr userDrawn="1"/>
          </p:nvSpPr>
          <p:spPr>
            <a:xfrm>
              <a:off x="2463307" y="3498114"/>
              <a:ext cx="197064" cy="288994"/>
            </a:xfrm>
            <a:prstGeom prst="diamond">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t>v</a:t>
              </a:r>
              <a:endParaRPr kumimoji="1" lang="zh-CN" altLang="en-US" dirty="0"/>
            </a:p>
          </p:txBody>
        </p:sp>
      </p:grpSp>
      <p:grpSp>
        <p:nvGrpSpPr>
          <p:cNvPr id="65" name="组 64"/>
          <p:cNvGrpSpPr/>
          <p:nvPr userDrawn="1"/>
        </p:nvGrpSpPr>
        <p:grpSpPr>
          <a:xfrm rot="10800000">
            <a:off x="4393004" y="3475981"/>
            <a:ext cx="3404376" cy="2400944"/>
            <a:chOff x="861237" y="1386164"/>
            <a:chExt cx="3404376" cy="2400944"/>
          </a:xfrm>
        </p:grpSpPr>
        <p:sp>
          <p:nvSpPr>
            <p:cNvPr id="66" name="矩形 65"/>
            <p:cNvSpPr/>
            <p:nvPr userDrawn="1"/>
          </p:nvSpPr>
          <p:spPr>
            <a:xfrm>
              <a:off x="861237" y="1386164"/>
              <a:ext cx="3404376" cy="2256447"/>
            </a:xfrm>
            <a:prstGeom prst="rect">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67" name="菱形 66"/>
            <p:cNvSpPr/>
            <p:nvPr userDrawn="1"/>
          </p:nvSpPr>
          <p:spPr>
            <a:xfrm>
              <a:off x="2463307" y="3498114"/>
              <a:ext cx="197064" cy="288994"/>
            </a:xfrm>
            <a:prstGeom prst="diamond">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t>v</a:t>
              </a:r>
              <a:endParaRPr kumimoji="1" lang="zh-CN" altLang="en-US" dirty="0"/>
            </a:p>
          </p:txBody>
        </p:sp>
      </p:grpSp>
      <p:sp>
        <p:nvSpPr>
          <p:cNvPr id="70" name="图片占位符 31"/>
          <p:cNvSpPr>
            <a:spLocks noGrp="1"/>
          </p:cNvSpPr>
          <p:nvPr>
            <p:ph type="pic" sz="quarter" idx="10"/>
          </p:nvPr>
        </p:nvSpPr>
        <p:spPr>
          <a:xfrm>
            <a:off x="893371" y="3635375"/>
            <a:ext cx="3403600" cy="2241550"/>
          </a:xfrm>
        </p:spPr>
        <p:txBody>
          <a:bodyPr/>
          <a:lstStyle/>
          <a:p>
            <a:endParaRPr kumimoji="1" lang="zh-CN" altLang="en-US" dirty="0"/>
          </a:p>
        </p:txBody>
      </p:sp>
      <p:sp>
        <p:nvSpPr>
          <p:cNvPr id="76" name="文本占位符 71"/>
          <p:cNvSpPr>
            <a:spLocks noGrp="1"/>
          </p:cNvSpPr>
          <p:nvPr>
            <p:ph type="body" sz="quarter" idx="26" hasCustomPrompt="1"/>
          </p:nvPr>
        </p:nvSpPr>
        <p:spPr>
          <a:xfrm>
            <a:off x="8088684" y="1959499"/>
            <a:ext cx="3041650" cy="447675"/>
          </a:xfrm>
        </p:spPr>
        <p:txBody>
          <a:bodyPr anchor="ctr">
            <a:normAutofit/>
          </a:bodyPr>
          <a:lstStyle>
            <a:lvl1pPr marL="0" indent="0" algn="ctr">
              <a:buNone/>
              <a:defRPr sz="1600" b="1">
                <a:solidFill>
                  <a:schemeClr val="bg1"/>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请输入文字微软雅黑</a:t>
            </a:r>
            <a:r>
              <a:rPr kumimoji="1" lang="en-US" altLang="zh-CN" dirty="0"/>
              <a:t>16</a:t>
            </a:r>
            <a:r>
              <a:rPr kumimoji="1" lang="zh-CN" altLang="en-US" dirty="0"/>
              <a:t>号</a:t>
            </a:r>
            <a:endParaRPr kumimoji="1" lang="zh-CN" altLang="en-US" dirty="0"/>
          </a:p>
        </p:txBody>
      </p:sp>
      <p:sp>
        <p:nvSpPr>
          <p:cNvPr id="77" name="文本占位符 74"/>
          <p:cNvSpPr>
            <a:spLocks noGrp="1"/>
          </p:cNvSpPr>
          <p:nvPr>
            <p:ph type="body" sz="quarter" idx="27" hasCustomPrompt="1"/>
          </p:nvPr>
        </p:nvSpPr>
        <p:spPr>
          <a:xfrm>
            <a:off x="8088684" y="2446414"/>
            <a:ext cx="3041650" cy="670981"/>
          </a:xfrm>
        </p:spPr>
        <p:txBody>
          <a:bodyPr>
            <a:noAutofit/>
          </a:bodyPr>
          <a:lstStyle>
            <a:lvl1pPr marL="0" indent="0">
              <a:lnSpc>
                <a:spcPct val="120000"/>
              </a:lnSpc>
              <a:buNone/>
              <a:defRPr sz="1400">
                <a:solidFill>
                  <a:srgbClr val="FFFFFF"/>
                </a:solidFill>
              </a:defRPr>
            </a:lvl1pPr>
          </a:lstStyle>
          <a:p>
            <a:pPr lvl="0"/>
            <a:r>
              <a:rPr kumimoji="1" lang="zh-CN" altLang="en-US" dirty="0"/>
              <a:t>请输入您需要的文字请输入您需要的文字请输入您需要的文字</a:t>
            </a:r>
            <a:endParaRPr kumimoji="1" lang="zh-CN" altLang="en-US" dirty="0"/>
          </a:p>
        </p:txBody>
      </p:sp>
      <p:sp>
        <p:nvSpPr>
          <p:cNvPr id="78" name="文本占位符 71"/>
          <p:cNvSpPr>
            <a:spLocks noGrp="1"/>
          </p:cNvSpPr>
          <p:nvPr>
            <p:ph type="body" sz="quarter" idx="28" hasCustomPrompt="1"/>
          </p:nvPr>
        </p:nvSpPr>
        <p:spPr>
          <a:xfrm>
            <a:off x="4572644" y="4163720"/>
            <a:ext cx="3041650" cy="447675"/>
          </a:xfrm>
        </p:spPr>
        <p:txBody>
          <a:bodyPr anchor="ctr">
            <a:normAutofit/>
          </a:bodyPr>
          <a:lstStyle>
            <a:lvl1pPr marL="0" indent="0" algn="ctr">
              <a:buNone/>
              <a:defRPr sz="1600" b="1">
                <a:solidFill>
                  <a:schemeClr val="bg1"/>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请输入文字微软雅黑</a:t>
            </a:r>
            <a:r>
              <a:rPr kumimoji="1" lang="en-US" altLang="zh-CN" dirty="0"/>
              <a:t>16</a:t>
            </a:r>
            <a:r>
              <a:rPr kumimoji="1" lang="zh-CN" altLang="en-US" dirty="0"/>
              <a:t>号</a:t>
            </a:r>
            <a:endParaRPr kumimoji="1" lang="zh-CN" altLang="en-US" dirty="0"/>
          </a:p>
        </p:txBody>
      </p:sp>
      <p:sp>
        <p:nvSpPr>
          <p:cNvPr id="79" name="文本占位符 74"/>
          <p:cNvSpPr>
            <a:spLocks noGrp="1"/>
          </p:cNvSpPr>
          <p:nvPr>
            <p:ph type="body" sz="quarter" idx="29" hasCustomPrompt="1"/>
          </p:nvPr>
        </p:nvSpPr>
        <p:spPr>
          <a:xfrm>
            <a:off x="4572644" y="4650635"/>
            <a:ext cx="3041650" cy="670981"/>
          </a:xfrm>
        </p:spPr>
        <p:txBody>
          <a:bodyPr>
            <a:noAutofit/>
          </a:bodyPr>
          <a:lstStyle>
            <a:lvl1pPr marL="0" indent="0">
              <a:lnSpc>
                <a:spcPct val="120000"/>
              </a:lnSpc>
              <a:buNone/>
              <a:defRPr sz="1400">
                <a:solidFill>
                  <a:srgbClr val="FFFFFF"/>
                </a:solidFill>
              </a:defRPr>
            </a:lvl1pPr>
          </a:lstStyle>
          <a:p>
            <a:pPr lvl="0"/>
            <a:r>
              <a:rPr kumimoji="1" lang="zh-CN" altLang="en-US" dirty="0"/>
              <a:t>请输入您需要的文字请输入您需要的文字请输入您需要的文字</a:t>
            </a:r>
            <a:endParaRPr kumimoji="1" lang="zh-CN" altLang="en-US" dirty="0"/>
          </a:p>
        </p:txBody>
      </p:sp>
      <p:grpSp>
        <p:nvGrpSpPr>
          <p:cNvPr id="80" name="组 79"/>
          <p:cNvGrpSpPr/>
          <p:nvPr userDrawn="1"/>
        </p:nvGrpSpPr>
        <p:grpSpPr>
          <a:xfrm>
            <a:off x="892595" y="1386164"/>
            <a:ext cx="3404376" cy="2400944"/>
            <a:chOff x="861237" y="1386164"/>
            <a:chExt cx="3404376" cy="2400944"/>
          </a:xfrm>
        </p:grpSpPr>
        <p:sp>
          <p:nvSpPr>
            <p:cNvPr id="81" name="矩形 80"/>
            <p:cNvSpPr/>
            <p:nvPr userDrawn="1"/>
          </p:nvSpPr>
          <p:spPr>
            <a:xfrm>
              <a:off x="861237" y="1386164"/>
              <a:ext cx="3404376" cy="2256447"/>
            </a:xfrm>
            <a:prstGeom prst="rect">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82" name="菱形 81"/>
            <p:cNvSpPr/>
            <p:nvPr userDrawn="1"/>
          </p:nvSpPr>
          <p:spPr>
            <a:xfrm>
              <a:off x="2463307" y="3498114"/>
              <a:ext cx="197064" cy="288994"/>
            </a:xfrm>
            <a:prstGeom prst="diamond">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t>v</a:t>
              </a:r>
              <a:endParaRPr kumimoji="1" lang="zh-CN" altLang="en-US" dirty="0"/>
            </a:p>
          </p:txBody>
        </p:sp>
      </p:grpSp>
      <p:sp>
        <p:nvSpPr>
          <p:cNvPr id="83" name="文本占位符 71"/>
          <p:cNvSpPr>
            <a:spLocks noGrp="1"/>
          </p:cNvSpPr>
          <p:nvPr>
            <p:ph type="body" sz="quarter" idx="30" hasCustomPrompt="1"/>
          </p:nvPr>
        </p:nvSpPr>
        <p:spPr>
          <a:xfrm>
            <a:off x="1073958" y="1959499"/>
            <a:ext cx="3041650" cy="447675"/>
          </a:xfrm>
        </p:spPr>
        <p:txBody>
          <a:bodyPr anchor="ctr">
            <a:normAutofit/>
          </a:bodyPr>
          <a:lstStyle>
            <a:lvl1pPr marL="0" indent="0" algn="ctr">
              <a:buNone/>
              <a:defRPr sz="1600" b="1">
                <a:solidFill>
                  <a:schemeClr val="bg1"/>
                </a:solidFill>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请输入文字微软雅黑</a:t>
            </a:r>
            <a:r>
              <a:rPr kumimoji="1" lang="en-US" altLang="zh-CN" dirty="0"/>
              <a:t>16</a:t>
            </a:r>
            <a:r>
              <a:rPr kumimoji="1" lang="zh-CN" altLang="en-US" dirty="0"/>
              <a:t>号</a:t>
            </a:r>
            <a:endParaRPr kumimoji="1" lang="zh-CN" altLang="en-US" dirty="0"/>
          </a:p>
        </p:txBody>
      </p:sp>
      <p:sp>
        <p:nvSpPr>
          <p:cNvPr id="84" name="文本占位符 74"/>
          <p:cNvSpPr>
            <a:spLocks noGrp="1"/>
          </p:cNvSpPr>
          <p:nvPr>
            <p:ph type="body" sz="quarter" idx="31" hasCustomPrompt="1"/>
          </p:nvPr>
        </p:nvSpPr>
        <p:spPr>
          <a:xfrm>
            <a:off x="1073958" y="2446414"/>
            <a:ext cx="3041650" cy="670981"/>
          </a:xfrm>
        </p:spPr>
        <p:txBody>
          <a:bodyPr>
            <a:noAutofit/>
          </a:bodyPr>
          <a:lstStyle>
            <a:lvl1pPr marL="0" indent="0">
              <a:lnSpc>
                <a:spcPct val="120000"/>
              </a:lnSpc>
              <a:buNone/>
              <a:defRPr sz="1400">
                <a:solidFill>
                  <a:srgbClr val="FFFFFF"/>
                </a:solidFill>
              </a:defRPr>
            </a:lvl1pPr>
          </a:lstStyle>
          <a:p>
            <a:pPr lvl="0"/>
            <a:r>
              <a:rPr kumimoji="1" lang="zh-CN" altLang="en-US" dirty="0"/>
              <a:t>请输入您需要的文字请输入您需要的文字请输入您需要的文字</a:t>
            </a:r>
            <a:endParaRPr kumimoji="1"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9" name="椭圆 8"/>
          <p:cNvSpPr/>
          <p:nvPr userDrawn="1"/>
        </p:nvSpPr>
        <p:spPr>
          <a:xfrm>
            <a:off x="971527" y="1858954"/>
            <a:ext cx="2371060" cy="2371060"/>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1B4F85"/>
              </a:solidFill>
            </a:endParaRPr>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28" name="文本占位符 26"/>
          <p:cNvSpPr>
            <a:spLocks noGrp="1"/>
          </p:cNvSpPr>
          <p:nvPr>
            <p:ph type="body" sz="quarter" idx="10" hasCustomPrompt="1"/>
          </p:nvPr>
        </p:nvSpPr>
        <p:spPr>
          <a:xfrm>
            <a:off x="4395833" y="106905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32" name="内容占位符 36"/>
          <p:cNvSpPr>
            <a:spLocks noGrp="1"/>
          </p:cNvSpPr>
          <p:nvPr>
            <p:ph sz="quarter" idx="15" hasCustomPrompt="1"/>
          </p:nvPr>
        </p:nvSpPr>
        <p:spPr>
          <a:xfrm>
            <a:off x="1220240" y="4451489"/>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35" name="内容占位符 36"/>
          <p:cNvSpPr>
            <a:spLocks noGrp="1"/>
          </p:cNvSpPr>
          <p:nvPr>
            <p:ph sz="quarter" idx="18" hasCustomPrompt="1"/>
          </p:nvPr>
        </p:nvSpPr>
        <p:spPr>
          <a:xfrm>
            <a:off x="9220007" y="4451489"/>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36" name="内容占位符 36"/>
          <p:cNvSpPr>
            <a:spLocks noGrp="1"/>
          </p:cNvSpPr>
          <p:nvPr>
            <p:ph sz="quarter" idx="19" hasCustomPrompt="1"/>
          </p:nvPr>
        </p:nvSpPr>
        <p:spPr>
          <a:xfrm>
            <a:off x="6559636" y="4451489"/>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37" name="内容占位符 36"/>
          <p:cNvSpPr>
            <a:spLocks noGrp="1"/>
          </p:cNvSpPr>
          <p:nvPr>
            <p:ph sz="quarter" idx="20" hasCustomPrompt="1"/>
          </p:nvPr>
        </p:nvSpPr>
        <p:spPr>
          <a:xfrm>
            <a:off x="3899265" y="4451489"/>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39" name="文本占位符 26"/>
          <p:cNvSpPr>
            <a:spLocks noGrp="1"/>
          </p:cNvSpPr>
          <p:nvPr>
            <p:ph type="body" sz="quarter" idx="21" hasCustomPrompt="1"/>
          </p:nvPr>
        </p:nvSpPr>
        <p:spPr>
          <a:xfrm>
            <a:off x="1337069" y="3230283"/>
            <a:ext cx="1640796" cy="335465"/>
          </a:xfrm>
        </p:spPr>
        <p:txBody>
          <a:bodyPr>
            <a:normAutofit/>
          </a:bodyPr>
          <a:lstStyle>
            <a:lvl1pPr marL="0" indent="0" algn="ctr">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42" name="图片占位符 41"/>
          <p:cNvSpPr>
            <a:spLocks noGrp="1"/>
          </p:cNvSpPr>
          <p:nvPr>
            <p:ph type="pic" sz="quarter" idx="22" hasCustomPrompt="1"/>
          </p:nvPr>
        </p:nvSpPr>
        <p:spPr>
          <a:xfrm>
            <a:off x="1685546" y="2474913"/>
            <a:ext cx="920085" cy="588962"/>
          </a:xfrm>
        </p:spPr>
        <p:txBody>
          <a:bodyPr/>
          <a:lstStyle>
            <a:lvl1pPr marL="0" indent="0">
              <a:buNone/>
              <a:defRPr>
                <a:solidFill>
                  <a:srgbClr val="FFFFFF"/>
                </a:solidFill>
              </a:defRPr>
            </a:lvl1pPr>
          </a:lstStyle>
          <a:p>
            <a:r>
              <a:rPr kumimoji="1" lang="zh-CN" altLang="en-US" dirty="0"/>
              <a:t>图标</a:t>
            </a:r>
            <a:endParaRPr kumimoji="1" lang="zh-CN" altLang="en-US" dirty="0"/>
          </a:p>
        </p:txBody>
      </p:sp>
      <p:sp>
        <p:nvSpPr>
          <p:cNvPr id="43" name="椭圆 42"/>
          <p:cNvSpPr/>
          <p:nvPr userDrawn="1"/>
        </p:nvSpPr>
        <p:spPr>
          <a:xfrm>
            <a:off x="3631898" y="1858954"/>
            <a:ext cx="2371060" cy="2371060"/>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1B4F85"/>
              </a:solidFill>
            </a:endParaRPr>
          </a:p>
        </p:txBody>
      </p:sp>
      <p:sp>
        <p:nvSpPr>
          <p:cNvPr id="44" name="文本占位符 26"/>
          <p:cNvSpPr>
            <a:spLocks noGrp="1"/>
          </p:cNvSpPr>
          <p:nvPr>
            <p:ph type="body" sz="quarter" idx="23" hasCustomPrompt="1"/>
          </p:nvPr>
        </p:nvSpPr>
        <p:spPr>
          <a:xfrm>
            <a:off x="3997440" y="3230283"/>
            <a:ext cx="1640796" cy="335465"/>
          </a:xfrm>
        </p:spPr>
        <p:txBody>
          <a:bodyPr>
            <a:normAutofit/>
          </a:bodyPr>
          <a:lstStyle>
            <a:lvl1pPr marL="0" indent="0" algn="ctr">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45" name="图片占位符 41"/>
          <p:cNvSpPr>
            <a:spLocks noGrp="1"/>
          </p:cNvSpPr>
          <p:nvPr>
            <p:ph type="pic" sz="quarter" idx="24" hasCustomPrompt="1"/>
          </p:nvPr>
        </p:nvSpPr>
        <p:spPr>
          <a:xfrm>
            <a:off x="4345917" y="2474913"/>
            <a:ext cx="920085" cy="588962"/>
          </a:xfrm>
        </p:spPr>
        <p:txBody>
          <a:bodyPr/>
          <a:lstStyle>
            <a:lvl1pPr marL="0" indent="0">
              <a:buNone/>
              <a:defRPr>
                <a:solidFill>
                  <a:srgbClr val="FFFFFF"/>
                </a:solidFill>
              </a:defRPr>
            </a:lvl1pPr>
          </a:lstStyle>
          <a:p>
            <a:r>
              <a:rPr kumimoji="1" lang="zh-CN" altLang="en-US" dirty="0"/>
              <a:t>图标</a:t>
            </a:r>
            <a:endParaRPr kumimoji="1" lang="zh-CN" altLang="en-US" dirty="0"/>
          </a:p>
        </p:txBody>
      </p:sp>
      <p:sp>
        <p:nvSpPr>
          <p:cNvPr id="46" name="椭圆 45"/>
          <p:cNvSpPr/>
          <p:nvPr userDrawn="1"/>
        </p:nvSpPr>
        <p:spPr>
          <a:xfrm>
            <a:off x="6292270" y="1858954"/>
            <a:ext cx="2371060" cy="2371060"/>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1B4F85"/>
              </a:solidFill>
            </a:endParaRPr>
          </a:p>
        </p:txBody>
      </p:sp>
      <p:sp>
        <p:nvSpPr>
          <p:cNvPr id="47" name="文本占位符 26"/>
          <p:cNvSpPr>
            <a:spLocks noGrp="1"/>
          </p:cNvSpPr>
          <p:nvPr>
            <p:ph type="body" sz="quarter" idx="25" hasCustomPrompt="1"/>
          </p:nvPr>
        </p:nvSpPr>
        <p:spPr>
          <a:xfrm>
            <a:off x="6657812" y="3230283"/>
            <a:ext cx="1640796" cy="335465"/>
          </a:xfrm>
        </p:spPr>
        <p:txBody>
          <a:bodyPr>
            <a:normAutofit/>
          </a:bodyPr>
          <a:lstStyle>
            <a:lvl1pPr marL="0" indent="0" algn="ctr">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48" name="图片占位符 41"/>
          <p:cNvSpPr>
            <a:spLocks noGrp="1"/>
          </p:cNvSpPr>
          <p:nvPr>
            <p:ph type="pic" sz="quarter" idx="26" hasCustomPrompt="1"/>
          </p:nvPr>
        </p:nvSpPr>
        <p:spPr>
          <a:xfrm>
            <a:off x="7006289" y="2474913"/>
            <a:ext cx="920085" cy="588962"/>
          </a:xfrm>
        </p:spPr>
        <p:txBody>
          <a:bodyPr/>
          <a:lstStyle>
            <a:lvl1pPr marL="0" indent="0">
              <a:buNone/>
              <a:defRPr>
                <a:solidFill>
                  <a:srgbClr val="FFFFFF"/>
                </a:solidFill>
              </a:defRPr>
            </a:lvl1pPr>
          </a:lstStyle>
          <a:p>
            <a:r>
              <a:rPr kumimoji="1" lang="zh-CN" altLang="en-US" dirty="0"/>
              <a:t>图标</a:t>
            </a:r>
            <a:endParaRPr kumimoji="1" lang="zh-CN" altLang="en-US" dirty="0"/>
          </a:p>
        </p:txBody>
      </p:sp>
      <p:sp>
        <p:nvSpPr>
          <p:cNvPr id="49" name="椭圆 48"/>
          <p:cNvSpPr/>
          <p:nvPr userDrawn="1"/>
        </p:nvSpPr>
        <p:spPr>
          <a:xfrm>
            <a:off x="8952641" y="1858954"/>
            <a:ext cx="2371060" cy="2371060"/>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1B4F85"/>
              </a:solidFill>
            </a:endParaRPr>
          </a:p>
        </p:txBody>
      </p:sp>
      <p:sp>
        <p:nvSpPr>
          <p:cNvPr id="50" name="文本占位符 26"/>
          <p:cNvSpPr>
            <a:spLocks noGrp="1"/>
          </p:cNvSpPr>
          <p:nvPr>
            <p:ph type="body" sz="quarter" idx="27" hasCustomPrompt="1"/>
          </p:nvPr>
        </p:nvSpPr>
        <p:spPr>
          <a:xfrm>
            <a:off x="9318183" y="3230283"/>
            <a:ext cx="1640796" cy="335465"/>
          </a:xfrm>
        </p:spPr>
        <p:txBody>
          <a:bodyPr>
            <a:normAutofit/>
          </a:bodyPr>
          <a:lstStyle>
            <a:lvl1pPr marL="0" indent="0" algn="ctr">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51" name="图片占位符 41"/>
          <p:cNvSpPr>
            <a:spLocks noGrp="1"/>
          </p:cNvSpPr>
          <p:nvPr>
            <p:ph type="pic" sz="quarter" idx="28" hasCustomPrompt="1"/>
          </p:nvPr>
        </p:nvSpPr>
        <p:spPr>
          <a:xfrm>
            <a:off x="9666660" y="2474913"/>
            <a:ext cx="920085" cy="588962"/>
          </a:xfrm>
        </p:spPr>
        <p:txBody>
          <a:bodyPr/>
          <a:lstStyle>
            <a:lvl1pPr marL="0" indent="0">
              <a:buNone/>
              <a:defRPr>
                <a:solidFill>
                  <a:srgbClr val="FFFFFF"/>
                </a:solidFill>
              </a:defRPr>
            </a:lvl1pPr>
          </a:lstStyle>
          <a:p>
            <a:r>
              <a:rPr kumimoji="1" lang="zh-CN" altLang="en-US" dirty="0"/>
              <a:t>图标</a:t>
            </a:r>
            <a:endParaRPr kumimoji="1"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本">
    <p:spTree>
      <p:nvGrpSpPr>
        <p:cNvPr id="1" name=""/>
        <p:cNvGrpSpPr/>
        <p:nvPr/>
      </p:nvGrpSpPr>
      <p:grpSpPr>
        <a:xfrm>
          <a:off x="0" y="0"/>
          <a:ext cx="0" cy="0"/>
          <a:chOff x="0" y="0"/>
          <a:chExt cx="0" cy="0"/>
        </a:xfrm>
      </p:grpSpPr>
      <p:sp>
        <p:nvSpPr>
          <p:cNvPr id="17" name="图片占位符 31"/>
          <p:cNvSpPr>
            <a:spLocks noGrp="1"/>
          </p:cNvSpPr>
          <p:nvPr>
            <p:ph type="pic" sz="quarter" idx="21"/>
          </p:nvPr>
        </p:nvSpPr>
        <p:spPr>
          <a:xfrm>
            <a:off x="763918" y="1704949"/>
            <a:ext cx="5185914" cy="3473424"/>
          </a:xfrm>
        </p:spPr>
        <p:txBody>
          <a:bodyPr/>
          <a:lstStyle/>
          <a:p>
            <a:endParaRPr kumimoji="1" lang="zh-CN" altLang="en-US" dirty="0"/>
          </a:p>
        </p:txBody>
      </p:sp>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16" name="文本占位符 26"/>
          <p:cNvSpPr>
            <a:spLocks noGrp="1"/>
          </p:cNvSpPr>
          <p:nvPr>
            <p:ph type="body" sz="quarter" idx="10" hasCustomPrompt="1"/>
          </p:nvPr>
        </p:nvSpPr>
        <p:spPr>
          <a:xfrm>
            <a:off x="4395833" y="106905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20" name="矩形 19"/>
          <p:cNvSpPr/>
          <p:nvPr userDrawn="1"/>
        </p:nvSpPr>
        <p:spPr>
          <a:xfrm>
            <a:off x="763918" y="4214755"/>
            <a:ext cx="5185914" cy="988000"/>
          </a:xfrm>
          <a:prstGeom prst="rect">
            <a:avLst/>
          </a:prstGeom>
          <a:solidFill>
            <a:srgbClr val="366AB5">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1" name="内容占位符 36"/>
          <p:cNvSpPr>
            <a:spLocks noGrp="1"/>
          </p:cNvSpPr>
          <p:nvPr>
            <p:ph sz="quarter" idx="23" hasCustomPrompt="1"/>
          </p:nvPr>
        </p:nvSpPr>
        <p:spPr>
          <a:xfrm>
            <a:off x="1884101" y="4399493"/>
            <a:ext cx="3041650" cy="601834"/>
          </a:xfrm>
        </p:spPr>
        <p:txBody>
          <a:bodyPr>
            <a:noAutofit/>
          </a:bodyPr>
          <a:lstStyle>
            <a:lvl1pPr marL="0" indent="0" algn="ctr">
              <a:lnSpc>
                <a:spcPct val="120000"/>
              </a:lnSpc>
              <a:buFontTx/>
              <a:buNone/>
              <a:defRPr sz="1400" b="0">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22" name="图片占位符 31"/>
          <p:cNvSpPr>
            <a:spLocks noGrp="1"/>
          </p:cNvSpPr>
          <p:nvPr>
            <p:ph type="pic" sz="quarter" idx="24"/>
          </p:nvPr>
        </p:nvSpPr>
        <p:spPr>
          <a:xfrm>
            <a:off x="6220208" y="1704949"/>
            <a:ext cx="5185914" cy="3473424"/>
          </a:xfrm>
        </p:spPr>
        <p:txBody>
          <a:bodyPr/>
          <a:lstStyle/>
          <a:p>
            <a:endParaRPr kumimoji="1" lang="zh-CN" altLang="en-US" dirty="0"/>
          </a:p>
        </p:txBody>
      </p:sp>
      <p:sp>
        <p:nvSpPr>
          <p:cNvPr id="23" name="矩形 22"/>
          <p:cNvSpPr/>
          <p:nvPr userDrawn="1"/>
        </p:nvSpPr>
        <p:spPr>
          <a:xfrm>
            <a:off x="6220208" y="4214755"/>
            <a:ext cx="5185914" cy="988000"/>
          </a:xfrm>
          <a:prstGeom prst="rect">
            <a:avLst/>
          </a:prstGeom>
          <a:solidFill>
            <a:srgbClr val="366AB5">
              <a:alpha val="72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4" name="内容占位符 36"/>
          <p:cNvSpPr>
            <a:spLocks noGrp="1"/>
          </p:cNvSpPr>
          <p:nvPr>
            <p:ph sz="quarter" idx="25" hasCustomPrompt="1"/>
          </p:nvPr>
        </p:nvSpPr>
        <p:spPr>
          <a:xfrm>
            <a:off x="7340391" y="4399493"/>
            <a:ext cx="3041650" cy="601834"/>
          </a:xfrm>
        </p:spPr>
        <p:txBody>
          <a:bodyPr>
            <a:noAutofit/>
          </a:bodyPr>
          <a:lstStyle>
            <a:lvl1pPr marL="0" indent="0" algn="ctr">
              <a:lnSpc>
                <a:spcPct val="120000"/>
              </a:lnSpc>
              <a:buFontTx/>
              <a:buNone/>
              <a:defRPr sz="1400" b="0">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和文本">
    <p:spTree>
      <p:nvGrpSpPr>
        <p:cNvPr id="1" name=""/>
        <p:cNvGrpSpPr/>
        <p:nvPr/>
      </p:nvGrpSpPr>
      <p:grpSpPr>
        <a:xfrm>
          <a:off x="0" y="0"/>
          <a:ext cx="0" cy="0"/>
          <a:chOff x="0" y="0"/>
          <a:chExt cx="0" cy="0"/>
        </a:xfrm>
      </p:grpSpPr>
      <p:sp>
        <p:nvSpPr>
          <p:cNvPr id="22" name="文本占位符 26"/>
          <p:cNvSpPr>
            <a:spLocks noGrp="1"/>
          </p:cNvSpPr>
          <p:nvPr>
            <p:ph type="body" sz="quarter" idx="10" hasCustomPrompt="1"/>
          </p:nvPr>
        </p:nvSpPr>
        <p:spPr>
          <a:xfrm>
            <a:off x="1407748" y="1346823"/>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30" name="内容占位符 36"/>
          <p:cNvSpPr>
            <a:spLocks noGrp="1"/>
          </p:cNvSpPr>
          <p:nvPr>
            <p:ph sz="quarter" idx="18" hasCustomPrompt="1"/>
          </p:nvPr>
        </p:nvSpPr>
        <p:spPr>
          <a:xfrm>
            <a:off x="1742533" y="3412462"/>
            <a:ext cx="3041650" cy="335140"/>
          </a:xfrm>
        </p:spPr>
        <p:txBody>
          <a:bodyPr>
            <a:normAutofit/>
          </a:bodyPr>
          <a:lstStyle>
            <a:lvl1pPr marL="0" indent="0">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小标题文字微软雅黑</a:t>
            </a:r>
            <a:r>
              <a:rPr kumimoji="1" lang="en-US" altLang="zh-CN" dirty="0"/>
              <a:t>16</a:t>
            </a:r>
            <a:r>
              <a:rPr kumimoji="1" lang="zh-CN" altLang="en-US" dirty="0"/>
              <a:t>号</a:t>
            </a:r>
            <a:endParaRPr kumimoji="1" lang="en-US" altLang="zh-CN" dirty="0"/>
          </a:p>
        </p:txBody>
      </p:sp>
      <p:sp>
        <p:nvSpPr>
          <p:cNvPr id="31" name="内容占位符 36"/>
          <p:cNvSpPr>
            <a:spLocks noGrp="1"/>
          </p:cNvSpPr>
          <p:nvPr>
            <p:ph sz="quarter" idx="19" hasCustomPrompt="1"/>
          </p:nvPr>
        </p:nvSpPr>
        <p:spPr>
          <a:xfrm>
            <a:off x="1742533" y="3705504"/>
            <a:ext cx="3435886"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32" name="椭圆 31"/>
          <p:cNvSpPr/>
          <p:nvPr userDrawn="1"/>
        </p:nvSpPr>
        <p:spPr>
          <a:xfrm>
            <a:off x="1523582" y="3478967"/>
            <a:ext cx="179090" cy="179090"/>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3" name="内容占位符 36"/>
          <p:cNvSpPr>
            <a:spLocks noGrp="1"/>
          </p:cNvSpPr>
          <p:nvPr>
            <p:ph sz="quarter" idx="20" hasCustomPrompt="1"/>
          </p:nvPr>
        </p:nvSpPr>
        <p:spPr>
          <a:xfrm>
            <a:off x="1742533" y="4708162"/>
            <a:ext cx="3041650" cy="335140"/>
          </a:xfrm>
        </p:spPr>
        <p:txBody>
          <a:bodyPr>
            <a:normAutofit/>
          </a:bodyPr>
          <a:lstStyle>
            <a:lvl1pPr marL="0" indent="0">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小标题文字微软雅黑</a:t>
            </a:r>
            <a:r>
              <a:rPr kumimoji="1" lang="en-US" altLang="zh-CN" dirty="0"/>
              <a:t>16</a:t>
            </a:r>
            <a:r>
              <a:rPr kumimoji="1" lang="zh-CN" altLang="en-US" dirty="0"/>
              <a:t>号</a:t>
            </a:r>
            <a:endParaRPr kumimoji="1" lang="en-US" altLang="zh-CN" dirty="0"/>
          </a:p>
        </p:txBody>
      </p:sp>
      <p:sp>
        <p:nvSpPr>
          <p:cNvPr id="34" name="内容占位符 36"/>
          <p:cNvSpPr>
            <a:spLocks noGrp="1"/>
          </p:cNvSpPr>
          <p:nvPr>
            <p:ph sz="quarter" idx="21" hasCustomPrompt="1"/>
          </p:nvPr>
        </p:nvSpPr>
        <p:spPr>
          <a:xfrm>
            <a:off x="1742533" y="5001204"/>
            <a:ext cx="3435886"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35" name="椭圆 34"/>
          <p:cNvSpPr/>
          <p:nvPr userDrawn="1"/>
        </p:nvSpPr>
        <p:spPr>
          <a:xfrm>
            <a:off x="1523582" y="4774667"/>
            <a:ext cx="179090" cy="179090"/>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6" name="内容占位符 36"/>
          <p:cNvSpPr>
            <a:spLocks noGrp="1"/>
          </p:cNvSpPr>
          <p:nvPr>
            <p:ph sz="quarter" idx="16" hasCustomPrompt="1"/>
          </p:nvPr>
        </p:nvSpPr>
        <p:spPr>
          <a:xfrm>
            <a:off x="1742533" y="2103350"/>
            <a:ext cx="3041650" cy="335140"/>
          </a:xfrm>
        </p:spPr>
        <p:txBody>
          <a:bodyPr>
            <a:normAutofit/>
          </a:bodyPr>
          <a:lstStyle>
            <a:lvl1pPr marL="0" indent="0">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小标题文字微软雅黑</a:t>
            </a:r>
            <a:r>
              <a:rPr kumimoji="1" lang="en-US" altLang="zh-CN" dirty="0"/>
              <a:t>16</a:t>
            </a:r>
            <a:r>
              <a:rPr kumimoji="1" lang="zh-CN" altLang="en-US" dirty="0"/>
              <a:t>号</a:t>
            </a:r>
            <a:endParaRPr kumimoji="1" lang="en-US" altLang="zh-CN" dirty="0"/>
          </a:p>
        </p:txBody>
      </p:sp>
      <p:sp>
        <p:nvSpPr>
          <p:cNvPr id="37" name="内容占位符 36"/>
          <p:cNvSpPr>
            <a:spLocks noGrp="1"/>
          </p:cNvSpPr>
          <p:nvPr>
            <p:ph sz="quarter" idx="17" hasCustomPrompt="1"/>
          </p:nvPr>
        </p:nvSpPr>
        <p:spPr>
          <a:xfrm>
            <a:off x="1742533" y="2396392"/>
            <a:ext cx="3435886"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38" name="椭圆 37"/>
          <p:cNvSpPr/>
          <p:nvPr userDrawn="1"/>
        </p:nvSpPr>
        <p:spPr>
          <a:xfrm>
            <a:off x="1523582" y="2169855"/>
            <a:ext cx="179090" cy="179090"/>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1" name="椭圆 50"/>
          <p:cNvSpPr/>
          <p:nvPr userDrawn="1"/>
        </p:nvSpPr>
        <p:spPr>
          <a:xfrm>
            <a:off x="6799656" y="1952673"/>
            <a:ext cx="3419081" cy="3419081"/>
          </a:xfrm>
          <a:prstGeom prst="ellipse">
            <a:avLst/>
          </a:prstGeom>
          <a:noFill/>
          <a:ln w="19050" cmpd="sng">
            <a:solidFill>
              <a:srgbClr val="1841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0" name="椭圆 39"/>
          <p:cNvSpPr/>
          <p:nvPr userDrawn="1"/>
        </p:nvSpPr>
        <p:spPr>
          <a:xfrm>
            <a:off x="6274260" y="3170356"/>
            <a:ext cx="1207322" cy="1207322"/>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2" name="图片占位符 41"/>
          <p:cNvSpPr>
            <a:spLocks noGrp="1"/>
          </p:cNvSpPr>
          <p:nvPr>
            <p:ph type="pic" sz="quarter" idx="22" hasCustomPrompt="1"/>
          </p:nvPr>
        </p:nvSpPr>
        <p:spPr>
          <a:xfrm>
            <a:off x="6545817" y="3487418"/>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47" name="椭圆 46"/>
          <p:cNvSpPr/>
          <p:nvPr userDrawn="1"/>
        </p:nvSpPr>
        <p:spPr>
          <a:xfrm>
            <a:off x="9076591" y="4223852"/>
            <a:ext cx="1207322" cy="1207322"/>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8" name="图片占位符 41"/>
          <p:cNvSpPr>
            <a:spLocks noGrp="1"/>
          </p:cNvSpPr>
          <p:nvPr>
            <p:ph type="pic" sz="quarter" idx="23" hasCustomPrompt="1"/>
          </p:nvPr>
        </p:nvSpPr>
        <p:spPr>
          <a:xfrm>
            <a:off x="9358644" y="4551410"/>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49" name="椭圆 48"/>
          <p:cNvSpPr/>
          <p:nvPr userDrawn="1"/>
        </p:nvSpPr>
        <p:spPr>
          <a:xfrm>
            <a:off x="8517491" y="1503584"/>
            <a:ext cx="1207322" cy="1207322"/>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0" name="图片占位符 41"/>
          <p:cNvSpPr>
            <a:spLocks noGrp="1"/>
          </p:cNvSpPr>
          <p:nvPr>
            <p:ph type="pic" sz="quarter" idx="24" hasCustomPrompt="1"/>
          </p:nvPr>
        </p:nvSpPr>
        <p:spPr>
          <a:xfrm>
            <a:off x="8810040" y="1820646"/>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pic>
        <p:nvPicPr>
          <p:cNvPr id="53" name="图片 5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1" name="文本占位符 26"/>
          <p:cNvSpPr>
            <a:spLocks noGrp="1"/>
          </p:cNvSpPr>
          <p:nvPr>
            <p:ph type="body" sz="quarter" idx="10" hasCustomPrompt="1"/>
          </p:nvPr>
        </p:nvSpPr>
        <p:spPr>
          <a:xfrm>
            <a:off x="4364345" y="101657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grpSp>
        <p:nvGrpSpPr>
          <p:cNvPr id="34" name="组 33"/>
          <p:cNvGrpSpPr/>
          <p:nvPr userDrawn="1"/>
        </p:nvGrpSpPr>
        <p:grpSpPr>
          <a:xfrm>
            <a:off x="1267046" y="1849594"/>
            <a:ext cx="1980671" cy="2408790"/>
            <a:chOff x="1180390" y="1849594"/>
            <a:chExt cx="1980671" cy="2408790"/>
          </a:xfrm>
        </p:grpSpPr>
        <p:sp>
          <p:nvSpPr>
            <p:cNvPr id="32" name="矩形 31"/>
            <p:cNvSpPr/>
            <p:nvPr userDrawn="1"/>
          </p:nvSpPr>
          <p:spPr>
            <a:xfrm>
              <a:off x="1180390" y="1849594"/>
              <a:ext cx="1980671" cy="194858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3" name="矩形 32"/>
            <p:cNvSpPr/>
            <p:nvPr userDrawn="1"/>
          </p:nvSpPr>
          <p:spPr>
            <a:xfrm>
              <a:off x="1180390" y="3859324"/>
              <a:ext cx="1980671"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35" name="椭圆 34"/>
          <p:cNvSpPr/>
          <p:nvPr userDrawn="1"/>
        </p:nvSpPr>
        <p:spPr>
          <a:xfrm>
            <a:off x="1730210" y="2274806"/>
            <a:ext cx="1076390" cy="1076390"/>
          </a:xfrm>
          <a:prstGeom prst="ellipse">
            <a:avLst/>
          </a:prstGeom>
          <a:noFill/>
          <a:ln w="381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7" name="图片占位符 41"/>
          <p:cNvSpPr>
            <a:spLocks noGrp="1"/>
          </p:cNvSpPr>
          <p:nvPr>
            <p:ph type="pic" sz="quarter" idx="22" hasCustomPrompt="1"/>
          </p:nvPr>
        </p:nvSpPr>
        <p:spPr>
          <a:xfrm>
            <a:off x="1938229" y="2521761"/>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38" name="内容占位符 36"/>
          <p:cNvSpPr>
            <a:spLocks noGrp="1"/>
          </p:cNvSpPr>
          <p:nvPr>
            <p:ph sz="quarter" idx="16" hasCustomPrompt="1"/>
          </p:nvPr>
        </p:nvSpPr>
        <p:spPr>
          <a:xfrm>
            <a:off x="1432854"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添加标题</a:t>
            </a:r>
            <a:endParaRPr kumimoji="1" lang="en-US" altLang="zh-CN" dirty="0"/>
          </a:p>
        </p:txBody>
      </p:sp>
      <p:grpSp>
        <p:nvGrpSpPr>
          <p:cNvPr id="40" name="组 39"/>
          <p:cNvGrpSpPr/>
          <p:nvPr userDrawn="1"/>
        </p:nvGrpSpPr>
        <p:grpSpPr>
          <a:xfrm>
            <a:off x="9096795" y="1849594"/>
            <a:ext cx="1980671" cy="2408790"/>
            <a:chOff x="1180390" y="1849594"/>
            <a:chExt cx="1980671" cy="2408790"/>
          </a:xfrm>
        </p:grpSpPr>
        <p:sp>
          <p:nvSpPr>
            <p:cNvPr id="41" name="矩形 40"/>
            <p:cNvSpPr/>
            <p:nvPr userDrawn="1"/>
          </p:nvSpPr>
          <p:spPr>
            <a:xfrm>
              <a:off x="1180390" y="1849594"/>
              <a:ext cx="1980671" cy="194858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2" name="矩形 41"/>
            <p:cNvSpPr/>
            <p:nvPr userDrawn="1"/>
          </p:nvSpPr>
          <p:spPr>
            <a:xfrm>
              <a:off x="1180390" y="3859324"/>
              <a:ext cx="1980671"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43" name="椭圆 42"/>
          <p:cNvSpPr/>
          <p:nvPr userDrawn="1"/>
        </p:nvSpPr>
        <p:spPr>
          <a:xfrm>
            <a:off x="9559959" y="2274806"/>
            <a:ext cx="1076390" cy="1076390"/>
          </a:xfrm>
          <a:prstGeom prst="ellipse">
            <a:avLst/>
          </a:prstGeom>
          <a:noFill/>
          <a:ln w="381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4" name="图片占位符 41"/>
          <p:cNvSpPr>
            <a:spLocks noGrp="1"/>
          </p:cNvSpPr>
          <p:nvPr>
            <p:ph type="pic" sz="quarter" idx="23" hasCustomPrompt="1"/>
          </p:nvPr>
        </p:nvSpPr>
        <p:spPr>
          <a:xfrm>
            <a:off x="9767978" y="2521761"/>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45" name="内容占位符 36"/>
          <p:cNvSpPr>
            <a:spLocks noGrp="1"/>
          </p:cNvSpPr>
          <p:nvPr>
            <p:ph sz="quarter" idx="24" hasCustomPrompt="1"/>
          </p:nvPr>
        </p:nvSpPr>
        <p:spPr>
          <a:xfrm>
            <a:off x="9262603"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添加标题</a:t>
            </a:r>
            <a:endParaRPr kumimoji="1" lang="en-US" altLang="zh-CN" dirty="0"/>
          </a:p>
        </p:txBody>
      </p:sp>
      <p:grpSp>
        <p:nvGrpSpPr>
          <p:cNvPr id="47" name="组 46"/>
          <p:cNvGrpSpPr/>
          <p:nvPr userDrawn="1"/>
        </p:nvGrpSpPr>
        <p:grpSpPr>
          <a:xfrm>
            <a:off x="3888839" y="1849594"/>
            <a:ext cx="1980671" cy="2408790"/>
            <a:chOff x="1180390" y="1849594"/>
            <a:chExt cx="1980671" cy="2408790"/>
          </a:xfrm>
        </p:grpSpPr>
        <p:sp>
          <p:nvSpPr>
            <p:cNvPr id="48" name="矩形 47"/>
            <p:cNvSpPr/>
            <p:nvPr userDrawn="1"/>
          </p:nvSpPr>
          <p:spPr>
            <a:xfrm>
              <a:off x="1180390" y="1849594"/>
              <a:ext cx="1980671" cy="194858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9" name="矩形 48"/>
            <p:cNvSpPr/>
            <p:nvPr userDrawn="1"/>
          </p:nvSpPr>
          <p:spPr>
            <a:xfrm>
              <a:off x="1180390" y="3859324"/>
              <a:ext cx="1980671"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50" name="椭圆 49"/>
          <p:cNvSpPr/>
          <p:nvPr userDrawn="1"/>
        </p:nvSpPr>
        <p:spPr>
          <a:xfrm>
            <a:off x="4362499" y="2274806"/>
            <a:ext cx="1076390" cy="1076390"/>
          </a:xfrm>
          <a:prstGeom prst="ellipse">
            <a:avLst/>
          </a:prstGeom>
          <a:noFill/>
          <a:ln w="381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1" name="图片占位符 41"/>
          <p:cNvSpPr>
            <a:spLocks noGrp="1"/>
          </p:cNvSpPr>
          <p:nvPr>
            <p:ph type="pic" sz="quarter" idx="25" hasCustomPrompt="1"/>
          </p:nvPr>
        </p:nvSpPr>
        <p:spPr>
          <a:xfrm>
            <a:off x="4560022" y="2521761"/>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52" name="内容占位符 36"/>
          <p:cNvSpPr>
            <a:spLocks noGrp="1"/>
          </p:cNvSpPr>
          <p:nvPr>
            <p:ph sz="quarter" idx="26" hasCustomPrompt="1"/>
          </p:nvPr>
        </p:nvSpPr>
        <p:spPr>
          <a:xfrm>
            <a:off x="4054647"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添加标题</a:t>
            </a:r>
            <a:endParaRPr kumimoji="1" lang="en-US" altLang="zh-CN" dirty="0"/>
          </a:p>
        </p:txBody>
      </p:sp>
      <p:grpSp>
        <p:nvGrpSpPr>
          <p:cNvPr id="54" name="组 53"/>
          <p:cNvGrpSpPr/>
          <p:nvPr userDrawn="1"/>
        </p:nvGrpSpPr>
        <p:grpSpPr>
          <a:xfrm>
            <a:off x="6504374" y="1849594"/>
            <a:ext cx="1980671" cy="2408790"/>
            <a:chOff x="1180390" y="1849594"/>
            <a:chExt cx="1980671" cy="2408790"/>
          </a:xfrm>
        </p:grpSpPr>
        <p:sp>
          <p:nvSpPr>
            <p:cNvPr id="55" name="矩形 54"/>
            <p:cNvSpPr/>
            <p:nvPr userDrawn="1"/>
          </p:nvSpPr>
          <p:spPr>
            <a:xfrm>
              <a:off x="1180390" y="1849594"/>
              <a:ext cx="1980671" cy="194858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6" name="矩形 55"/>
            <p:cNvSpPr/>
            <p:nvPr userDrawn="1"/>
          </p:nvSpPr>
          <p:spPr>
            <a:xfrm>
              <a:off x="1180390" y="3859324"/>
              <a:ext cx="1980671"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57" name="椭圆 56"/>
          <p:cNvSpPr/>
          <p:nvPr userDrawn="1"/>
        </p:nvSpPr>
        <p:spPr>
          <a:xfrm>
            <a:off x="6978034" y="2274806"/>
            <a:ext cx="1076390" cy="1076390"/>
          </a:xfrm>
          <a:prstGeom prst="ellipse">
            <a:avLst/>
          </a:prstGeom>
          <a:noFill/>
          <a:ln w="381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8" name="图片占位符 41"/>
          <p:cNvSpPr>
            <a:spLocks noGrp="1"/>
          </p:cNvSpPr>
          <p:nvPr>
            <p:ph type="pic" sz="quarter" idx="27" hasCustomPrompt="1"/>
          </p:nvPr>
        </p:nvSpPr>
        <p:spPr>
          <a:xfrm>
            <a:off x="7175557" y="2521761"/>
            <a:ext cx="650875" cy="598487"/>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59" name="内容占位符 36"/>
          <p:cNvSpPr>
            <a:spLocks noGrp="1"/>
          </p:cNvSpPr>
          <p:nvPr>
            <p:ph sz="quarter" idx="28" hasCustomPrompt="1"/>
          </p:nvPr>
        </p:nvSpPr>
        <p:spPr>
          <a:xfrm>
            <a:off x="6670182"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添加标题</a:t>
            </a:r>
            <a:endParaRPr kumimoji="1" lang="en-US" altLang="zh-CN" dirty="0"/>
          </a:p>
        </p:txBody>
      </p:sp>
      <p:pic>
        <p:nvPicPr>
          <p:cNvPr id="60" name="图片 5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63" name="内容占位符 36"/>
          <p:cNvSpPr>
            <a:spLocks noGrp="1"/>
          </p:cNvSpPr>
          <p:nvPr>
            <p:ph sz="quarter" idx="19" hasCustomPrompt="1"/>
          </p:nvPr>
        </p:nvSpPr>
        <p:spPr>
          <a:xfrm>
            <a:off x="1250968" y="4387761"/>
            <a:ext cx="1996749" cy="1206751"/>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64" name="内容占位符 36"/>
          <p:cNvSpPr>
            <a:spLocks noGrp="1"/>
          </p:cNvSpPr>
          <p:nvPr>
            <p:ph sz="quarter" idx="29" hasCustomPrompt="1"/>
          </p:nvPr>
        </p:nvSpPr>
        <p:spPr>
          <a:xfrm>
            <a:off x="3888839" y="4387761"/>
            <a:ext cx="1996749" cy="1206751"/>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65" name="内容占位符 36"/>
          <p:cNvSpPr>
            <a:spLocks noGrp="1"/>
          </p:cNvSpPr>
          <p:nvPr>
            <p:ph sz="quarter" idx="30" hasCustomPrompt="1"/>
          </p:nvPr>
        </p:nvSpPr>
        <p:spPr>
          <a:xfrm>
            <a:off x="6504374" y="4387761"/>
            <a:ext cx="1996749" cy="1206751"/>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66" name="内容占位符 36"/>
          <p:cNvSpPr>
            <a:spLocks noGrp="1"/>
          </p:cNvSpPr>
          <p:nvPr>
            <p:ph sz="quarter" idx="31" hasCustomPrompt="1"/>
          </p:nvPr>
        </p:nvSpPr>
        <p:spPr>
          <a:xfrm>
            <a:off x="9096795" y="4387761"/>
            <a:ext cx="1996749" cy="1206751"/>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19" name="图片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21" name="文本占位符 26"/>
          <p:cNvSpPr>
            <a:spLocks noGrp="1"/>
          </p:cNvSpPr>
          <p:nvPr>
            <p:ph type="body" sz="quarter" idx="10" hasCustomPrompt="1"/>
          </p:nvPr>
        </p:nvSpPr>
        <p:spPr>
          <a:xfrm>
            <a:off x="1321798" y="1257029"/>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22" name="内容占位符 36"/>
          <p:cNvSpPr>
            <a:spLocks noGrp="1"/>
          </p:cNvSpPr>
          <p:nvPr>
            <p:ph sz="quarter" idx="16" hasCustomPrompt="1"/>
          </p:nvPr>
        </p:nvSpPr>
        <p:spPr>
          <a:xfrm>
            <a:off x="1742533" y="2103350"/>
            <a:ext cx="3041650" cy="335140"/>
          </a:xfrm>
        </p:spPr>
        <p:txBody>
          <a:bodyPr>
            <a:normAutofit/>
          </a:bodyPr>
          <a:lstStyle>
            <a:lvl1pPr marL="0" indent="0">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小标题文字微软雅黑</a:t>
            </a:r>
            <a:r>
              <a:rPr kumimoji="1" lang="en-US" altLang="zh-CN" dirty="0"/>
              <a:t>16</a:t>
            </a:r>
            <a:r>
              <a:rPr kumimoji="1" lang="zh-CN" altLang="en-US" dirty="0"/>
              <a:t>号</a:t>
            </a:r>
            <a:endParaRPr kumimoji="1" lang="en-US" altLang="zh-CN" dirty="0"/>
          </a:p>
        </p:txBody>
      </p:sp>
      <p:sp>
        <p:nvSpPr>
          <p:cNvPr id="23" name="内容占位符 36"/>
          <p:cNvSpPr>
            <a:spLocks noGrp="1"/>
          </p:cNvSpPr>
          <p:nvPr>
            <p:ph sz="quarter" idx="17" hasCustomPrompt="1"/>
          </p:nvPr>
        </p:nvSpPr>
        <p:spPr>
          <a:xfrm>
            <a:off x="1742533" y="2396392"/>
            <a:ext cx="3435886"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24" name="椭圆 23"/>
          <p:cNvSpPr/>
          <p:nvPr userDrawn="1"/>
        </p:nvSpPr>
        <p:spPr>
          <a:xfrm>
            <a:off x="1523582" y="2169855"/>
            <a:ext cx="179090" cy="179090"/>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8" name="内容占位符 36"/>
          <p:cNvSpPr>
            <a:spLocks noGrp="1"/>
          </p:cNvSpPr>
          <p:nvPr>
            <p:ph sz="quarter" idx="18" hasCustomPrompt="1"/>
          </p:nvPr>
        </p:nvSpPr>
        <p:spPr>
          <a:xfrm>
            <a:off x="1742533" y="3277432"/>
            <a:ext cx="3041650" cy="335140"/>
          </a:xfrm>
        </p:spPr>
        <p:txBody>
          <a:bodyPr>
            <a:normAutofit/>
          </a:bodyPr>
          <a:lstStyle>
            <a:lvl1pPr marL="0" indent="0">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小标题文字微软雅黑</a:t>
            </a:r>
            <a:r>
              <a:rPr kumimoji="1" lang="en-US" altLang="zh-CN" dirty="0"/>
              <a:t>16</a:t>
            </a:r>
            <a:r>
              <a:rPr kumimoji="1" lang="zh-CN" altLang="en-US" dirty="0"/>
              <a:t>号</a:t>
            </a:r>
            <a:endParaRPr kumimoji="1" lang="en-US" altLang="zh-CN" dirty="0"/>
          </a:p>
        </p:txBody>
      </p:sp>
      <p:sp>
        <p:nvSpPr>
          <p:cNvPr id="29" name="内容占位符 36"/>
          <p:cNvSpPr>
            <a:spLocks noGrp="1"/>
          </p:cNvSpPr>
          <p:nvPr>
            <p:ph sz="quarter" idx="19" hasCustomPrompt="1"/>
          </p:nvPr>
        </p:nvSpPr>
        <p:spPr>
          <a:xfrm>
            <a:off x="1742533" y="3570474"/>
            <a:ext cx="3435886"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30" name="椭圆 29"/>
          <p:cNvSpPr/>
          <p:nvPr userDrawn="1"/>
        </p:nvSpPr>
        <p:spPr>
          <a:xfrm>
            <a:off x="1523582" y="3343937"/>
            <a:ext cx="179090" cy="179090"/>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4" name="内容占位符 36"/>
          <p:cNvSpPr>
            <a:spLocks noGrp="1"/>
          </p:cNvSpPr>
          <p:nvPr>
            <p:ph sz="quarter" idx="20" hasCustomPrompt="1"/>
          </p:nvPr>
        </p:nvSpPr>
        <p:spPr>
          <a:xfrm>
            <a:off x="1742533" y="4508144"/>
            <a:ext cx="3041650" cy="335140"/>
          </a:xfrm>
        </p:spPr>
        <p:txBody>
          <a:bodyPr>
            <a:normAutofit/>
          </a:bodyPr>
          <a:lstStyle>
            <a:lvl1pPr marL="0" indent="0">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小标题文字微软雅黑</a:t>
            </a:r>
            <a:r>
              <a:rPr kumimoji="1" lang="en-US" altLang="zh-CN" dirty="0"/>
              <a:t>16</a:t>
            </a:r>
            <a:r>
              <a:rPr kumimoji="1" lang="zh-CN" altLang="en-US" dirty="0"/>
              <a:t>号</a:t>
            </a:r>
            <a:endParaRPr kumimoji="1" lang="en-US" altLang="zh-CN" dirty="0"/>
          </a:p>
        </p:txBody>
      </p:sp>
      <p:sp>
        <p:nvSpPr>
          <p:cNvPr id="35" name="内容占位符 36"/>
          <p:cNvSpPr>
            <a:spLocks noGrp="1"/>
          </p:cNvSpPr>
          <p:nvPr>
            <p:ph sz="quarter" idx="21" hasCustomPrompt="1"/>
          </p:nvPr>
        </p:nvSpPr>
        <p:spPr>
          <a:xfrm>
            <a:off x="1742533" y="4801186"/>
            <a:ext cx="3435886"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just">
              <a:lnSpc>
                <a:spcPct val="130000"/>
              </a:lnSpc>
            </a:pPr>
            <a:r>
              <a:rPr lang="zh-CN" altLang="en-US" sz="1400" dirty="0">
                <a:latin typeface="微软雅黑" panose="020B0503020204020204" charset="-122"/>
                <a:ea typeface="微软雅黑" panose="020B0503020204020204" charset="-122"/>
              </a:rPr>
              <a:t>单击添加文本单击添加文本单击添加文本单击添加文本单击添加文本单击添加文本</a:t>
            </a:r>
            <a:endParaRPr lang="en-US" altLang="zh-CN" sz="1400" dirty="0">
              <a:latin typeface="微软雅黑" panose="020B0503020204020204" charset="-122"/>
              <a:ea typeface="微软雅黑" panose="020B0503020204020204" charset="-122"/>
            </a:endParaRPr>
          </a:p>
        </p:txBody>
      </p:sp>
      <p:sp>
        <p:nvSpPr>
          <p:cNvPr id="36" name="椭圆 35"/>
          <p:cNvSpPr/>
          <p:nvPr userDrawn="1"/>
        </p:nvSpPr>
        <p:spPr>
          <a:xfrm>
            <a:off x="1523582" y="4574649"/>
            <a:ext cx="179090" cy="179090"/>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8" name="图片占位符 22"/>
          <p:cNvSpPr>
            <a:spLocks noGrp="1"/>
          </p:cNvSpPr>
          <p:nvPr>
            <p:ph type="pic" sz="quarter" idx="22" hasCustomPrompt="1"/>
          </p:nvPr>
        </p:nvSpPr>
        <p:spPr>
          <a:xfrm>
            <a:off x="6200363" y="1455675"/>
            <a:ext cx="6062489" cy="3994624"/>
          </a:xfrm>
        </p:spPr>
        <p:txBody>
          <a:bodyPr>
            <a:normAutofit/>
          </a:bodyPr>
          <a:lstStyle>
            <a:lvl1pPr marL="0" indent="0">
              <a:buNone/>
              <a:defRPr sz="2000" baseline="0"/>
            </a:lvl1pPr>
          </a:lstStyle>
          <a:p>
            <a:endParaRPr kumimoji="1" lang="zh-CN" altLang="en-US" dirty="0"/>
          </a:p>
          <a:p>
            <a:endParaRPr kumimoji="1" lang="zh-CN" altLang="en-US" dirty="0"/>
          </a:p>
          <a:p>
            <a:endParaRPr kumimoji="1" lang="zh-CN" altLang="en-US" dirty="0"/>
          </a:p>
          <a:p>
            <a:r>
              <a:rPr kumimoji="1" lang="en-US" altLang="zh-CN" dirty="0"/>
              <a:t>                                 </a:t>
            </a:r>
            <a:r>
              <a:rPr kumimoji="1" lang="zh-CN" altLang="en-US" dirty="0"/>
              <a:t>图片</a:t>
            </a:r>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cxnSp>
        <p:nvCxnSpPr>
          <p:cNvPr id="37" name="直线连接符 36"/>
          <p:cNvCxnSpPr/>
          <p:nvPr userDrawn="1"/>
        </p:nvCxnSpPr>
        <p:spPr>
          <a:xfrm>
            <a:off x="-50800" y="2660949"/>
            <a:ext cx="12281292" cy="0"/>
          </a:xfrm>
          <a:prstGeom prst="line">
            <a:avLst/>
          </a:prstGeom>
          <a:ln w="28575" cmpd="sng">
            <a:solidFill>
              <a:srgbClr val="607695"/>
            </a:solidFill>
          </a:ln>
        </p:spPr>
        <p:style>
          <a:lnRef idx="2">
            <a:schemeClr val="accent1"/>
          </a:lnRef>
          <a:fillRef idx="0">
            <a:schemeClr val="accent1"/>
          </a:fillRef>
          <a:effectRef idx="1">
            <a:schemeClr val="accent1"/>
          </a:effectRef>
          <a:fontRef idx="minor">
            <a:schemeClr val="tx1"/>
          </a:fontRef>
        </p:style>
      </p:cxnSp>
      <p:sp>
        <p:nvSpPr>
          <p:cNvPr id="63" name="椭圆 62"/>
          <p:cNvSpPr/>
          <p:nvPr userDrawn="1"/>
        </p:nvSpPr>
        <p:spPr>
          <a:xfrm>
            <a:off x="1490157" y="2230404"/>
            <a:ext cx="840098" cy="840098"/>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pic>
        <p:nvPicPr>
          <p:cNvPr id="30" name="图片 2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32" name="文本占位符 26"/>
          <p:cNvSpPr>
            <a:spLocks noGrp="1"/>
          </p:cNvSpPr>
          <p:nvPr>
            <p:ph type="body" sz="quarter" idx="10" hasCustomPrompt="1"/>
          </p:nvPr>
        </p:nvSpPr>
        <p:spPr>
          <a:xfrm>
            <a:off x="4269881" y="101657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40" name="图片占位符 39"/>
          <p:cNvSpPr>
            <a:spLocks noGrp="1"/>
          </p:cNvSpPr>
          <p:nvPr>
            <p:ph type="pic" sz="quarter" idx="11" hasCustomPrompt="1"/>
          </p:nvPr>
        </p:nvSpPr>
        <p:spPr>
          <a:xfrm>
            <a:off x="1616861" y="2481001"/>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43" name="内容占位符 36"/>
          <p:cNvSpPr>
            <a:spLocks noGrp="1"/>
          </p:cNvSpPr>
          <p:nvPr>
            <p:ph sz="quarter" idx="15" hasCustomPrompt="1"/>
          </p:nvPr>
        </p:nvSpPr>
        <p:spPr>
          <a:xfrm>
            <a:off x="994686" y="3632880"/>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44" name="文本占位符 26"/>
          <p:cNvSpPr>
            <a:spLocks noGrp="1"/>
          </p:cNvSpPr>
          <p:nvPr>
            <p:ph type="body" sz="quarter" idx="21" hasCustomPrompt="1"/>
          </p:nvPr>
        </p:nvSpPr>
        <p:spPr>
          <a:xfrm>
            <a:off x="1069493" y="3297415"/>
            <a:ext cx="1640796" cy="335465"/>
          </a:xfrm>
        </p:spPr>
        <p:txBody>
          <a:bodyPr>
            <a:normAutofit/>
          </a:bodyPr>
          <a:lstStyle>
            <a:lvl1pPr marL="0" indent="0" algn="ctr">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49" name="椭圆 48"/>
          <p:cNvSpPr/>
          <p:nvPr userDrawn="1"/>
        </p:nvSpPr>
        <p:spPr>
          <a:xfrm>
            <a:off x="4236515" y="2230404"/>
            <a:ext cx="840098" cy="840098"/>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50" name="图片占位符 39"/>
          <p:cNvSpPr>
            <a:spLocks noGrp="1"/>
          </p:cNvSpPr>
          <p:nvPr>
            <p:ph type="pic" sz="quarter" idx="22" hasCustomPrompt="1"/>
          </p:nvPr>
        </p:nvSpPr>
        <p:spPr>
          <a:xfrm>
            <a:off x="4366714" y="2481001"/>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51" name="内容占位符 36"/>
          <p:cNvSpPr>
            <a:spLocks noGrp="1"/>
          </p:cNvSpPr>
          <p:nvPr>
            <p:ph sz="quarter" idx="23" hasCustomPrompt="1"/>
          </p:nvPr>
        </p:nvSpPr>
        <p:spPr>
          <a:xfrm>
            <a:off x="3755035" y="3632880"/>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52" name="文本占位符 26"/>
          <p:cNvSpPr>
            <a:spLocks noGrp="1"/>
          </p:cNvSpPr>
          <p:nvPr>
            <p:ph type="body" sz="quarter" idx="24" hasCustomPrompt="1"/>
          </p:nvPr>
        </p:nvSpPr>
        <p:spPr>
          <a:xfrm>
            <a:off x="3829842" y="3297415"/>
            <a:ext cx="1640796" cy="335465"/>
          </a:xfrm>
        </p:spPr>
        <p:txBody>
          <a:bodyPr>
            <a:normAutofit/>
          </a:bodyPr>
          <a:lstStyle>
            <a:lvl1pPr marL="0" indent="0" algn="ctr">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53" name="椭圆 52"/>
          <p:cNvSpPr/>
          <p:nvPr userDrawn="1"/>
        </p:nvSpPr>
        <p:spPr>
          <a:xfrm>
            <a:off x="6993369" y="2230404"/>
            <a:ext cx="840098" cy="840098"/>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54" name="图片占位符 39"/>
          <p:cNvSpPr>
            <a:spLocks noGrp="1"/>
          </p:cNvSpPr>
          <p:nvPr>
            <p:ph type="pic" sz="quarter" idx="25" hasCustomPrompt="1"/>
          </p:nvPr>
        </p:nvSpPr>
        <p:spPr>
          <a:xfrm>
            <a:off x="7116564" y="2481001"/>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55" name="内容占位符 36"/>
          <p:cNvSpPr>
            <a:spLocks noGrp="1"/>
          </p:cNvSpPr>
          <p:nvPr>
            <p:ph sz="quarter" idx="26" hasCustomPrompt="1"/>
          </p:nvPr>
        </p:nvSpPr>
        <p:spPr>
          <a:xfrm>
            <a:off x="6525877" y="3632880"/>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56" name="文本占位符 26"/>
          <p:cNvSpPr>
            <a:spLocks noGrp="1"/>
          </p:cNvSpPr>
          <p:nvPr>
            <p:ph type="body" sz="quarter" idx="27" hasCustomPrompt="1"/>
          </p:nvPr>
        </p:nvSpPr>
        <p:spPr>
          <a:xfrm>
            <a:off x="6600684" y="3297415"/>
            <a:ext cx="1640796" cy="335465"/>
          </a:xfrm>
        </p:spPr>
        <p:txBody>
          <a:bodyPr>
            <a:normAutofit/>
          </a:bodyPr>
          <a:lstStyle>
            <a:lvl1pPr marL="0" indent="0" algn="ctr">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57" name="椭圆 56"/>
          <p:cNvSpPr/>
          <p:nvPr userDrawn="1"/>
        </p:nvSpPr>
        <p:spPr>
          <a:xfrm>
            <a:off x="9771214" y="2230404"/>
            <a:ext cx="840098" cy="840098"/>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58" name="图片占位符 39"/>
          <p:cNvSpPr>
            <a:spLocks noGrp="1"/>
          </p:cNvSpPr>
          <p:nvPr>
            <p:ph type="pic" sz="quarter" idx="28" hasCustomPrompt="1"/>
          </p:nvPr>
        </p:nvSpPr>
        <p:spPr>
          <a:xfrm>
            <a:off x="9897918" y="2481001"/>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59" name="内容占位符 36"/>
          <p:cNvSpPr>
            <a:spLocks noGrp="1"/>
          </p:cNvSpPr>
          <p:nvPr>
            <p:ph sz="quarter" idx="29" hasCustomPrompt="1"/>
          </p:nvPr>
        </p:nvSpPr>
        <p:spPr>
          <a:xfrm>
            <a:off x="9296735" y="3632880"/>
            <a:ext cx="1873636" cy="1044765"/>
          </a:xfrm>
        </p:spPr>
        <p:txBody>
          <a:bodyPr>
            <a:noAutofit/>
          </a:bodyPr>
          <a:lstStyle>
            <a:lvl1pPr marL="0" marR="0" indent="0" algn="l" defTabSz="914400" rtl="0" eaLnBrk="1" fontAlgn="auto" latinLnBrk="0" hangingPunct="1">
              <a:lnSpc>
                <a:spcPts val="1680"/>
              </a:lnSpc>
              <a:spcBef>
                <a:spcPts val="1000"/>
              </a:spcBef>
              <a:spcAft>
                <a:spcPts val="0"/>
              </a:spcAft>
              <a:buClrTx/>
              <a:buSzTx/>
              <a:buFontTx/>
              <a:buNone/>
              <a:defRPr sz="1400" b="0">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a:t>
            </a:r>
            <a:endParaRPr kumimoji="1" lang="zh-CN" altLang="en-US" dirty="0"/>
          </a:p>
        </p:txBody>
      </p:sp>
      <p:sp>
        <p:nvSpPr>
          <p:cNvPr id="60" name="文本占位符 26"/>
          <p:cNvSpPr>
            <a:spLocks noGrp="1"/>
          </p:cNvSpPr>
          <p:nvPr>
            <p:ph type="body" sz="quarter" idx="30" hasCustomPrompt="1"/>
          </p:nvPr>
        </p:nvSpPr>
        <p:spPr>
          <a:xfrm>
            <a:off x="9371542" y="3297415"/>
            <a:ext cx="1640796" cy="335465"/>
          </a:xfrm>
        </p:spPr>
        <p:txBody>
          <a:bodyPr>
            <a:normAutofit/>
          </a:bodyPr>
          <a:lstStyle>
            <a:lvl1pPr marL="0" indent="0" algn="ctr">
              <a:buFontTx/>
              <a:buNone/>
              <a:defRPr sz="1600" b="1">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7" name="文本占位符 26"/>
          <p:cNvSpPr>
            <a:spLocks noGrp="1"/>
          </p:cNvSpPr>
          <p:nvPr>
            <p:ph type="body" sz="quarter" idx="10" hasCustomPrompt="1"/>
          </p:nvPr>
        </p:nvSpPr>
        <p:spPr>
          <a:xfrm>
            <a:off x="4269881" y="101657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pic>
        <p:nvPicPr>
          <p:cNvPr id="28" name="图片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42" name="椭圆 41"/>
          <p:cNvSpPr/>
          <p:nvPr userDrawn="1"/>
        </p:nvSpPr>
        <p:spPr>
          <a:xfrm>
            <a:off x="2246220" y="3023340"/>
            <a:ext cx="916852" cy="916852"/>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3" name="图片占位符 39"/>
          <p:cNvSpPr>
            <a:spLocks noGrp="1"/>
          </p:cNvSpPr>
          <p:nvPr>
            <p:ph type="pic" sz="quarter" idx="11" hasCustomPrompt="1"/>
          </p:nvPr>
        </p:nvSpPr>
        <p:spPr>
          <a:xfrm>
            <a:off x="2409299" y="3164929"/>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44" name="内容占位符 36"/>
          <p:cNvSpPr>
            <a:spLocks noGrp="1"/>
          </p:cNvSpPr>
          <p:nvPr>
            <p:ph sz="quarter" idx="16" hasCustomPrompt="1"/>
          </p:nvPr>
        </p:nvSpPr>
        <p:spPr>
          <a:xfrm>
            <a:off x="2409299" y="3536275"/>
            <a:ext cx="618930" cy="306171"/>
          </a:xfrm>
        </p:spPr>
        <p:txBody>
          <a:bodyPr>
            <a:normAutofit/>
          </a:bodyPr>
          <a:lstStyle>
            <a:lvl1pPr marL="0" indent="0" algn="ctr">
              <a:buFontTx/>
              <a:buNone/>
              <a:defRPr sz="16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文字</a:t>
            </a:r>
            <a:endParaRPr kumimoji="1" lang="en-US" altLang="zh-CN" dirty="0"/>
          </a:p>
        </p:txBody>
      </p:sp>
      <p:sp>
        <p:nvSpPr>
          <p:cNvPr id="46" name="内容占位符 36"/>
          <p:cNvSpPr>
            <a:spLocks noGrp="1"/>
          </p:cNvSpPr>
          <p:nvPr>
            <p:ph sz="quarter" idx="18" hasCustomPrompt="1"/>
          </p:nvPr>
        </p:nvSpPr>
        <p:spPr>
          <a:xfrm>
            <a:off x="1766367" y="4091179"/>
            <a:ext cx="1886123" cy="1177947"/>
          </a:xfrm>
        </p:spPr>
        <p:txBody>
          <a:bodyPr>
            <a:noAutofit/>
          </a:bodyPr>
          <a:lstStyle>
            <a:lvl1pPr marL="0" marR="0" indent="0" algn="ctr" defTabSz="513080" rtl="0" eaLnBrk="1" fontAlgn="auto" latinLnBrk="0" hangingPunct="1">
              <a:lnSpc>
                <a:spcPct val="13000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ctr" defTabSz="513080">
              <a:lnSpc>
                <a:spcPct val="130000"/>
              </a:lnSpc>
            </a:pP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请输入文字请输入文字请输入文字请输入文字输入文字</a:t>
            </a:r>
            <a:endPar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1" name="椭圆 50"/>
          <p:cNvSpPr/>
          <p:nvPr userDrawn="1"/>
        </p:nvSpPr>
        <p:spPr>
          <a:xfrm>
            <a:off x="5635403" y="3023340"/>
            <a:ext cx="916852" cy="916852"/>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52" name="图片占位符 39"/>
          <p:cNvSpPr>
            <a:spLocks noGrp="1"/>
          </p:cNvSpPr>
          <p:nvPr>
            <p:ph type="pic" sz="quarter" idx="19" hasCustomPrompt="1"/>
          </p:nvPr>
        </p:nvSpPr>
        <p:spPr>
          <a:xfrm>
            <a:off x="5798482" y="3164929"/>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53" name="内容占位符 36"/>
          <p:cNvSpPr>
            <a:spLocks noGrp="1"/>
          </p:cNvSpPr>
          <p:nvPr>
            <p:ph sz="quarter" idx="20" hasCustomPrompt="1"/>
          </p:nvPr>
        </p:nvSpPr>
        <p:spPr>
          <a:xfrm>
            <a:off x="5798482" y="3536275"/>
            <a:ext cx="618930" cy="306171"/>
          </a:xfrm>
        </p:spPr>
        <p:txBody>
          <a:bodyPr>
            <a:normAutofit/>
          </a:bodyPr>
          <a:lstStyle>
            <a:lvl1pPr marL="0" indent="0" algn="ctr">
              <a:buFontTx/>
              <a:buNone/>
              <a:defRPr sz="16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文字</a:t>
            </a:r>
            <a:endParaRPr kumimoji="1" lang="en-US" altLang="zh-CN" dirty="0"/>
          </a:p>
        </p:txBody>
      </p:sp>
      <p:sp>
        <p:nvSpPr>
          <p:cNvPr id="54" name="内容占位符 36"/>
          <p:cNvSpPr>
            <a:spLocks noGrp="1"/>
          </p:cNvSpPr>
          <p:nvPr>
            <p:ph sz="quarter" idx="21" hasCustomPrompt="1"/>
          </p:nvPr>
        </p:nvSpPr>
        <p:spPr>
          <a:xfrm>
            <a:off x="5155550" y="4091179"/>
            <a:ext cx="1886123" cy="1177947"/>
          </a:xfrm>
        </p:spPr>
        <p:txBody>
          <a:bodyPr>
            <a:noAutofit/>
          </a:bodyPr>
          <a:lstStyle>
            <a:lvl1pPr marL="0" marR="0" indent="0" algn="ctr" defTabSz="513080" rtl="0" eaLnBrk="1" fontAlgn="auto" latinLnBrk="0" hangingPunct="1">
              <a:lnSpc>
                <a:spcPct val="13000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ctr" defTabSz="513080">
              <a:lnSpc>
                <a:spcPct val="130000"/>
              </a:lnSpc>
            </a:pP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请输入文字请输入文字请输入文字请输入文字输入文字</a:t>
            </a:r>
            <a:endPar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9" name="椭圆 58"/>
          <p:cNvSpPr/>
          <p:nvPr userDrawn="1"/>
        </p:nvSpPr>
        <p:spPr>
          <a:xfrm>
            <a:off x="9020659" y="3023340"/>
            <a:ext cx="916852" cy="916852"/>
          </a:xfrm>
          <a:prstGeom prst="ellipse">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60" name="图片占位符 39"/>
          <p:cNvSpPr>
            <a:spLocks noGrp="1"/>
          </p:cNvSpPr>
          <p:nvPr>
            <p:ph type="pic" sz="quarter" idx="22" hasCustomPrompt="1"/>
          </p:nvPr>
        </p:nvSpPr>
        <p:spPr>
          <a:xfrm>
            <a:off x="9183738" y="3164929"/>
            <a:ext cx="618930" cy="37465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61" name="内容占位符 36"/>
          <p:cNvSpPr>
            <a:spLocks noGrp="1"/>
          </p:cNvSpPr>
          <p:nvPr>
            <p:ph sz="quarter" idx="23" hasCustomPrompt="1"/>
          </p:nvPr>
        </p:nvSpPr>
        <p:spPr>
          <a:xfrm>
            <a:off x="9183738" y="3536275"/>
            <a:ext cx="618930" cy="306171"/>
          </a:xfrm>
        </p:spPr>
        <p:txBody>
          <a:bodyPr>
            <a:normAutofit/>
          </a:bodyPr>
          <a:lstStyle>
            <a:lvl1pPr marL="0" indent="0" algn="ctr">
              <a:buFontTx/>
              <a:buNone/>
              <a:defRPr sz="16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文字</a:t>
            </a:r>
            <a:endParaRPr kumimoji="1" lang="en-US" altLang="zh-CN" dirty="0"/>
          </a:p>
        </p:txBody>
      </p:sp>
      <p:sp>
        <p:nvSpPr>
          <p:cNvPr id="62" name="内容占位符 36"/>
          <p:cNvSpPr>
            <a:spLocks noGrp="1"/>
          </p:cNvSpPr>
          <p:nvPr>
            <p:ph sz="quarter" idx="24" hasCustomPrompt="1"/>
          </p:nvPr>
        </p:nvSpPr>
        <p:spPr>
          <a:xfrm>
            <a:off x="8540806" y="4091179"/>
            <a:ext cx="1886123" cy="1177947"/>
          </a:xfrm>
        </p:spPr>
        <p:txBody>
          <a:bodyPr>
            <a:noAutofit/>
          </a:bodyPr>
          <a:lstStyle>
            <a:lvl1pPr marL="0" marR="0" indent="0" algn="ctr" defTabSz="513080" rtl="0" eaLnBrk="1" fontAlgn="auto" latinLnBrk="0" hangingPunct="1">
              <a:lnSpc>
                <a:spcPct val="130000"/>
              </a:lnSpc>
              <a:spcBef>
                <a:spcPts val="1000"/>
              </a:spcBef>
              <a:spcAft>
                <a:spcPts val="0"/>
              </a:spcAft>
              <a:buClrTx/>
              <a:buSzTx/>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algn="ctr" defTabSz="513080">
              <a:lnSpc>
                <a:spcPct val="130000"/>
              </a:lnSpc>
            </a:pPr>
            <a:r>
              <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请输入文字请输入文字请输入文字请输入文字输入文字</a:t>
            </a:r>
            <a:endParaRPr lang="zh-CN" altLang="en-US" sz="1400" dirty="0">
              <a:solidFill>
                <a:srgbClr val="262626"/>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4" name="内容占位符 36"/>
          <p:cNvSpPr>
            <a:spLocks noGrp="1"/>
          </p:cNvSpPr>
          <p:nvPr>
            <p:ph sz="quarter" idx="25" hasCustomPrompt="1"/>
          </p:nvPr>
        </p:nvSpPr>
        <p:spPr>
          <a:xfrm>
            <a:off x="1577437" y="1764582"/>
            <a:ext cx="8760767" cy="1044765"/>
          </a:xfrm>
        </p:spPr>
        <p:txBody>
          <a:bodyPr>
            <a:noAutofit/>
          </a:bodyPr>
          <a:lstStyle>
            <a:lvl1pPr marL="0" marR="0" indent="0" algn="ctr" defTabSz="914400" rtl="0" eaLnBrk="1" fontAlgn="auto" latinLnBrk="0" hangingPunct="1">
              <a:lnSpc>
                <a:spcPct val="120000"/>
              </a:lnSpc>
              <a:spcBef>
                <a:spcPts val="1000"/>
              </a:spcBef>
              <a:spcAft>
                <a:spcPts val="0"/>
              </a:spcAft>
              <a:buClrTx/>
              <a:buSzTx/>
              <a:buFontTx/>
              <a:buNone/>
              <a:defRPr sz="1400" b="0">
                <a:solidFill>
                  <a:schemeClr val="tx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20000"/>
              </a:lnSpc>
              <a:spcBef>
                <a:spcPts val="1000"/>
              </a:spcBef>
              <a:spcAft>
                <a:spcPts val="0"/>
              </a:spcAft>
              <a:buClrTx/>
              <a:buSzTx/>
              <a:buFontTx/>
              <a:buNone/>
              <a:defRPr/>
            </a:pPr>
            <a:r>
              <a:rPr kumimoji="1" lang="zh-CN" altLang="en-US" dirty="0"/>
              <a:t>请输入您需要的文字请输入您需要的文字请输入您需要的文字请输入您需要的文字请输入您需要的文字请输入您需要的文字请输入您需要的文字请输入您需要的文字</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14" name="图片占位符 22"/>
          <p:cNvSpPr>
            <a:spLocks noGrp="1"/>
          </p:cNvSpPr>
          <p:nvPr>
            <p:ph type="pic" sz="quarter" idx="22" hasCustomPrompt="1"/>
          </p:nvPr>
        </p:nvSpPr>
        <p:spPr>
          <a:xfrm>
            <a:off x="-46918" y="1262541"/>
            <a:ext cx="4108732" cy="2705188"/>
          </a:xfrm>
        </p:spPr>
        <p:txBody>
          <a:bodyPr>
            <a:normAutofit/>
          </a:bodyPr>
          <a:lstStyle>
            <a:lvl1pPr marL="0" indent="0">
              <a:buNone/>
              <a:defRPr sz="2000" baseline="0"/>
            </a:lvl1pPr>
          </a:lstStyle>
          <a:p>
            <a:endParaRPr kumimoji="1" lang="zh-CN" altLang="en-US" dirty="0"/>
          </a:p>
          <a:p>
            <a:endParaRPr kumimoji="1" lang="zh-CN" altLang="en-US" dirty="0"/>
          </a:p>
          <a:p>
            <a:endParaRPr kumimoji="1" lang="zh-CN" altLang="en-US" dirty="0"/>
          </a:p>
          <a:p>
            <a:r>
              <a:rPr kumimoji="1" lang="en-US" altLang="zh-CN" dirty="0"/>
              <a:t>                                 </a:t>
            </a:r>
            <a:r>
              <a:rPr kumimoji="1" lang="zh-CN" altLang="en-US" dirty="0"/>
              <a:t>图片</a:t>
            </a:r>
            <a:endParaRPr kumimoji="1" lang="zh-CN" altLang="en-US" dirty="0"/>
          </a:p>
        </p:txBody>
      </p:sp>
      <p:sp>
        <p:nvSpPr>
          <p:cNvPr id="15" name="图片占位符 22"/>
          <p:cNvSpPr>
            <a:spLocks noGrp="1"/>
          </p:cNvSpPr>
          <p:nvPr>
            <p:ph type="pic" sz="quarter" idx="23" hasCustomPrompt="1"/>
          </p:nvPr>
        </p:nvSpPr>
        <p:spPr>
          <a:xfrm>
            <a:off x="4061814" y="1262541"/>
            <a:ext cx="4108732" cy="2705188"/>
          </a:xfrm>
        </p:spPr>
        <p:txBody>
          <a:bodyPr>
            <a:normAutofit/>
          </a:bodyPr>
          <a:lstStyle>
            <a:lvl1pPr marL="0" indent="0">
              <a:buNone/>
              <a:defRPr sz="2000" baseline="0"/>
            </a:lvl1pPr>
          </a:lstStyle>
          <a:p>
            <a:endParaRPr kumimoji="1" lang="zh-CN" altLang="en-US" dirty="0"/>
          </a:p>
          <a:p>
            <a:endParaRPr kumimoji="1" lang="zh-CN" altLang="en-US" dirty="0"/>
          </a:p>
          <a:p>
            <a:endParaRPr kumimoji="1" lang="zh-CN" altLang="en-US" dirty="0"/>
          </a:p>
          <a:p>
            <a:r>
              <a:rPr kumimoji="1" lang="en-US" altLang="zh-CN" dirty="0"/>
              <a:t>                                 </a:t>
            </a:r>
            <a:r>
              <a:rPr kumimoji="1" lang="zh-CN" altLang="en-US" dirty="0"/>
              <a:t>图片</a:t>
            </a:r>
            <a:endParaRPr kumimoji="1" lang="zh-CN" altLang="en-US" dirty="0"/>
          </a:p>
        </p:txBody>
      </p:sp>
      <p:sp>
        <p:nvSpPr>
          <p:cNvPr id="16" name="图片占位符 22"/>
          <p:cNvSpPr>
            <a:spLocks noGrp="1"/>
          </p:cNvSpPr>
          <p:nvPr>
            <p:ph type="pic" sz="quarter" idx="24" hasCustomPrompt="1"/>
          </p:nvPr>
        </p:nvSpPr>
        <p:spPr>
          <a:xfrm>
            <a:off x="8170546" y="1262541"/>
            <a:ext cx="4108732" cy="2705188"/>
          </a:xfrm>
        </p:spPr>
        <p:txBody>
          <a:bodyPr>
            <a:normAutofit/>
          </a:bodyPr>
          <a:lstStyle>
            <a:lvl1pPr marL="0" indent="0">
              <a:buNone/>
              <a:defRPr sz="2000" baseline="0"/>
            </a:lvl1pPr>
          </a:lstStyle>
          <a:p>
            <a:endParaRPr kumimoji="1" lang="zh-CN" altLang="en-US" dirty="0"/>
          </a:p>
          <a:p>
            <a:endParaRPr kumimoji="1" lang="zh-CN" altLang="en-US" dirty="0"/>
          </a:p>
          <a:p>
            <a:endParaRPr kumimoji="1" lang="zh-CN" altLang="en-US" dirty="0"/>
          </a:p>
          <a:p>
            <a:r>
              <a:rPr kumimoji="1" lang="en-US" altLang="zh-CN" dirty="0"/>
              <a:t>                                 </a:t>
            </a:r>
            <a:r>
              <a:rPr kumimoji="1" lang="zh-CN" altLang="en-US" dirty="0"/>
              <a:t>图片</a:t>
            </a:r>
            <a:endParaRPr kumimoji="1" lang="zh-CN" altLang="en-US" dirty="0"/>
          </a:p>
        </p:txBody>
      </p:sp>
      <p:sp>
        <p:nvSpPr>
          <p:cNvPr id="18" name="文本占位符 26"/>
          <p:cNvSpPr>
            <a:spLocks noGrp="1"/>
          </p:cNvSpPr>
          <p:nvPr>
            <p:ph type="body" sz="quarter" idx="10" hasCustomPrompt="1"/>
          </p:nvPr>
        </p:nvSpPr>
        <p:spPr>
          <a:xfrm>
            <a:off x="4269881" y="4472794"/>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30" name="文本占位符 27"/>
          <p:cNvSpPr>
            <a:spLocks noGrp="1"/>
          </p:cNvSpPr>
          <p:nvPr>
            <p:ph type="body" sz="quarter" idx="27" hasCustomPrompt="1"/>
          </p:nvPr>
        </p:nvSpPr>
        <p:spPr>
          <a:xfrm>
            <a:off x="1557338" y="5144716"/>
            <a:ext cx="8759825" cy="1028700"/>
          </a:xfrm>
        </p:spPr>
        <p:txBody>
          <a:bodyPr>
            <a:normAutofit/>
          </a:bodyPr>
          <a:lstStyle>
            <a:lvl1pPr marL="0" marR="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sz="1400">
                <a:latin typeface="微软雅黑" panose="020B0503020204020204" charset="-122"/>
                <a:ea typeface="微软雅黑" panose="020B0503020204020204" charset="-122"/>
                <a:cs typeface="微软雅黑" panose="020B0503020204020204" charset="-122"/>
              </a:defRPr>
            </a:lvl1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请输入您需要的文字请输入您需要的文字请输入您需要的文字请输入您需要的文字请输入您需要的文字请输入您需要的文字请输入您需要的文字请输入您需要的文字请输入您需要的文字</a:t>
            </a:r>
            <a:endParaRPr kumimoji="1" lang="zh-CN" altLang="en-US" dirty="0"/>
          </a:p>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a:pP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21" name="文本占位符 26"/>
          <p:cNvSpPr>
            <a:spLocks noGrp="1"/>
          </p:cNvSpPr>
          <p:nvPr>
            <p:ph type="body" sz="quarter" idx="10" hasCustomPrompt="1"/>
          </p:nvPr>
        </p:nvSpPr>
        <p:spPr>
          <a:xfrm>
            <a:off x="4364345" y="101657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24" name="矩形 23"/>
          <p:cNvSpPr/>
          <p:nvPr userDrawn="1"/>
        </p:nvSpPr>
        <p:spPr>
          <a:xfrm>
            <a:off x="1267046" y="3859324"/>
            <a:ext cx="2784272"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6" name="内容占位符 36"/>
          <p:cNvSpPr>
            <a:spLocks noGrp="1"/>
          </p:cNvSpPr>
          <p:nvPr userDrawn="1">
            <p:ph sz="quarter" idx="16" hasCustomPrompt="1"/>
          </p:nvPr>
        </p:nvSpPr>
        <p:spPr>
          <a:xfrm>
            <a:off x="1842186"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28" name="图片占位符 41"/>
          <p:cNvSpPr>
            <a:spLocks noGrp="1"/>
          </p:cNvSpPr>
          <p:nvPr>
            <p:ph type="pic" sz="quarter" idx="22" hasCustomPrompt="1"/>
          </p:nvPr>
        </p:nvSpPr>
        <p:spPr>
          <a:xfrm>
            <a:off x="1271960" y="1849594"/>
            <a:ext cx="2779358" cy="1948580"/>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31" name="文本占位符 29"/>
          <p:cNvSpPr>
            <a:spLocks noGrp="1"/>
          </p:cNvSpPr>
          <p:nvPr>
            <p:ph type="body" sz="quarter" idx="23" hasCustomPrompt="1"/>
          </p:nvPr>
        </p:nvSpPr>
        <p:spPr>
          <a:xfrm>
            <a:off x="1271588" y="4356362"/>
            <a:ext cx="2779712" cy="1206500"/>
          </a:xfrm>
        </p:spPr>
        <p:txBody>
          <a:bodyPr>
            <a:normAutofit/>
          </a:bodyPr>
          <a:lstStyle>
            <a:lvl1pPr marL="0" marR="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sz="1400">
                <a:latin typeface="微软雅黑" panose="020B0503020204020204" charset="-122"/>
                <a:ea typeface="微软雅黑" panose="020B0503020204020204" charset="-122"/>
                <a:cs typeface="微软雅黑" panose="020B0503020204020204" charset="-122"/>
              </a:defRPr>
            </a:lvl1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请输入您需要的文字请输入您需要的文字请输入您需要的文字请输入您需要的文字</a:t>
            </a:r>
            <a:endParaRPr kumimoji="1" lang="zh-CN" altLang="en-US" dirty="0"/>
          </a:p>
        </p:txBody>
      </p:sp>
      <p:sp>
        <p:nvSpPr>
          <p:cNvPr id="32" name="矩形 31"/>
          <p:cNvSpPr/>
          <p:nvPr userDrawn="1"/>
        </p:nvSpPr>
        <p:spPr>
          <a:xfrm>
            <a:off x="4772590" y="3859324"/>
            <a:ext cx="2784272"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3" name="内容占位符 36"/>
          <p:cNvSpPr>
            <a:spLocks noGrp="1"/>
          </p:cNvSpPr>
          <p:nvPr>
            <p:ph sz="quarter" idx="24" hasCustomPrompt="1"/>
          </p:nvPr>
        </p:nvSpPr>
        <p:spPr>
          <a:xfrm>
            <a:off x="5347730"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34" name="图片占位符 41"/>
          <p:cNvSpPr>
            <a:spLocks noGrp="1"/>
          </p:cNvSpPr>
          <p:nvPr>
            <p:ph type="pic" sz="quarter" idx="25" hasCustomPrompt="1"/>
          </p:nvPr>
        </p:nvSpPr>
        <p:spPr>
          <a:xfrm>
            <a:off x="4777504" y="1849594"/>
            <a:ext cx="2779358" cy="1948580"/>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35" name="文本占位符 29"/>
          <p:cNvSpPr>
            <a:spLocks noGrp="1"/>
          </p:cNvSpPr>
          <p:nvPr>
            <p:ph type="body" sz="quarter" idx="26" hasCustomPrompt="1"/>
          </p:nvPr>
        </p:nvSpPr>
        <p:spPr>
          <a:xfrm>
            <a:off x="4777132" y="4356362"/>
            <a:ext cx="2779712" cy="1206500"/>
          </a:xfrm>
        </p:spPr>
        <p:txBody>
          <a:bodyPr>
            <a:normAutofit/>
          </a:bodyPr>
          <a:lstStyle>
            <a:lvl1pPr marL="0" marR="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sz="1400">
                <a:latin typeface="微软雅黑" panose="020B0503020204020204" charset="-122"/>
                <a:ea typeface="微软雅黑" panose="020B0503020204020204" charset="-122"/>
                <a:cs typeface="微软雅黑" panose="020B0503020204020204" charset="-122"/>
              </a:defRPr>
            </a:lvl1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请输入您需要的文字请输入您需要的文字请输入您需要的文字请输入您需要的文字</a:t>
            </a:r>
            <a:endParaRPr kumimoji="1" lang="zh-CN" altLang="en-US" dirty="0"/>
          </a:p>
        </p:txBody>
      </p:sp>
      <p:sp>
        <p:nvSpPr>
          <p:cNvPr id="36" name="矩形 35"/>
          <p:cNvSpPr/>
          <p:nvPr userDrawn="1"/>
        </p:nvSpPr>
        <p:spPr>
          <a:xfrm>
            <a:off x="8267638" y="3859324"/>
            <a:ext cx="2784272" cy="399060"/>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7" name="内容占位符 36"/>
          <p:cNvSpPr>
            <a:spLocks noGrp="1"/>
          </p:cNvSpPr>
          <p:nvPr>
            <p:ph sz="quarter" idx="27" hasCustomPrompt="1"/>
          </p:nvPr>
        </p:nvSpPr>
        <p:spPr>
          <a:xfrm>
            <a:off x="8842778" y="3890812"/>
            <a:ext cx="1652864" cy="335140"/>
          </a:xfrm>
        </p:spPr>
        <p:txBody>
          <a:bodyPr>
            <a:normAutofit/>
          </a:bodyPr>
          <a:lstStyle>
            <a:lvl1pPr marL="0" indent="0" algn="ctr">
              <a:buFontTx/>
              <a:buNone/>
              <a:defRPr sz="1600" b="0">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a:t>
            </a:r>
            <a:endParaRPr kumimoji="1" lang="en-US" altLang="zh-CN" dirty="0"/>
          </a:p>
        </p:txBody>
      </p:sp>
      <p:sp>
        <p:nvSpPr>
          <p:cNvPr id="38" name="图片占位符 41"/>
          <p:cNvSpPr>
            <a:spLocks noGrp="1"/>
          </p:cNvSpPr>
          <p:nvPr>
            <p:ph type="pic" sz="quarter" idx="28" hasCustomPrompt="1"/>
          </p:nvPr>
        </p:nvSpPr>
        <p:spPr>
          <a:xfrm>
            <a:off x="8272552" y="1849594"/>
            <a:ext cx="2779358" cy="1948580"/>
          </a:xfrm>
        </p:spPr>
        <p:txBody>
          <a:bodyPr>
            <a:normAutofit/>
          </a:bodyPr>
          <a:lstStyle>
            <a:lvl1pPr marL="0" indent="0">
              <a:buNone/>
              <a:defRPr sz="1400">
                <a:solidFill>
                  <a:schemeClr val="bg1"/>
                </a:solidFill>
              </a:defRPr>
            </a:lvl1pPr>
          </a:lstStyle>
          <a:p>
            <a:r>
              <a:rPr kumimoji="1" lang="en-US" altLang="zh-CN" dirty="0"/>
              <a:t>  </a:t>
            </a:r>
            <a:r>
              <a:rPr kumimoji="1" lang="zh-CN" altLang="en-US" dirty="0"/>
              <a:t>图标</a:t>
            </a:r>
            <a:endParaRPr kumimoji="1" lang="zh-CN" altLang="en-US" dirty="0"/>
          </a:p>
        </p:txBody>
      </p:sp>
      <p:sp>
        <p:nvSpPr>
          <p:cNvPr id="39" name="文本占位符 29"/>
          <p:cNvSpPr>
            <a:spLocks noGrp="1"/>
          </p:cNvSpPr>
          <p:nvPr>
            <p:ph type="body" sz="quarter" idx="29" hasCustomPrompt="1"/>
          </p:nvPr>
        </p:nvSpPr>
        <p:spPr>
          <a:xfrm>
            <a:off x="8272180" y="4356362"/>
            <a:ext cx="2779712" cy="1206500"/>
          </a:xfrm>
        </p:spPr>
        <p:txBody>
          <a:bodyPr>
            <a:normAutofit/>
          </a:bodyPr>
          <a:lstStyle>
            <a:lvl1pPr marL="0" marR="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sz="1400">
                <a:latin typeface="微软雅黑" panose="020B0503020204020204" charset="-122"/>
                <a:ea typeface="微软雅黑" panose="020B0503020204020204" charset="-122"/>
                <a:cs typeface="微软雅黑" panose="020B0503020204020204" charset="-122"/>
              </a:defRPr>
            </a:lvl1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请输入您需要的文字请输入您需要的文字请输入您需要的文字请输入您需要的文字</a:t>
            </a:r>
            <a:endParaRPr kumimoji="1"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cxnSp>
        <p:nvCxnSpPr>
          <p:cNvPr id="54" name="直线连接符 2"/>
          <p:cNvCxnSpPr/>
          <p:nvPr userDrawn="1"/>
        </p:nvCxnSpPr>
        <p:spPr>
          <a:xfrm>
            <a:off x="6096000" y="1696720"/>
            <a:ext cx="0" cy="5161280"/>
          </a:xfrm>
          <a:prstGeom prst="line">
            <a:avLst/>
          </a:prstGeom>
          <a:ln>
            <a:solidFill>
              <a:srgbClr val="184199"/>
            </a:solidFill>
          </a:ln>
        </p:spPr>
        <p:style>
          <a:lnRef idx="1">
            <a:schemeClr val="accent1"/>
          </a:lnRef>
          <a:fillRef idx="0">
            <a:schemeClr val="accent1"/>
          </a:fillRef>
          <a:effectRef idx="0">
            <a:schemeClr val="accent1"/>
          </a:effectRef>
          <a:fontRef idx="minor">
            <a:schemeClr val="tx1"/>
          </a:fontRef>
        </p:style>
      </p:cxnSp>
      <p:sp>
        <p:nvSpPr>
          <p:cNvPr id="17" name="燕尾形 16"/>
          <p:cNvSpPr/>
          <p:nvPr userDrawn="1"/>
        </p:nvSpPr>
        <p:spPr>
          <a:xfrm flipH="1">
            <a:off x="5903568" y="2409753"/>
            <a:ext cx="73784" cy="108094"/>
          </a:xfrm>
          <a:prstGeom prst="chevr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8" name="燕尾形 17"/>
          <p:cNvSpPr/>
          <p:nvPr userDrawn="1"/>
        </p:nvSpPr>
        <p:spPr>
          <a:xfrm flipH="1">
            <a:off x="5893072" y="4581233"/>
            <a:ext cx="73784" cy="108094"/>
          </a:xfrm>
          <a:prstGeom prst="chevr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9" name="燕尾形 18"/>
          <p:cNvSpPr/>
          <p:nvPr userDrawn="1"/>
        </p:nvSpPr>
        <p:spPr>
          <a:xfrm>
            <a:off x="6217063" y="3496873"/>
            <a:ext cx="73784" cy="108094"/>
          </a:xfrm>
          <a:prstGeom prst="chevr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0" name="椭圆 19"/>
          <p:cNvSpPr/>
          <p:nvPr userDrawn="1"/>
        </p:nvSpPr>
        <p:spPr>
          <a:xfrm>
            <a:off x="6016831" y="3471751"/>
            <a:ext cx="158338" cy="158338"/>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椭圆 20"/>
          <p:cNvSpPr/>
          <p:nvPr userDrawn="1"/>
        </p:nvSpPr>
        <p:spPr>
          <a:xfrm>
            <a:off x="6016831" y="4556111"/>
            <a:ext cx="158338" cy="158338"/>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27" name="文本占位符 26"/>
          <p:cNvSpPr>
            <a:spLocks noGrp="1"/>
          </p:cNvSpPr>
          <p:nvPr>
            <p:ph type="body" sz="quarter" idx="10" hasCustomPrompt="1"/>
          </p:nvPr>
        </p:nvSpPr>
        <p:spPr>
          <a:xfrm>
            <a:off x="4364345" y="101657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40" name="图片占位符 28"/>
          <p:cNvSpPr>
            <a:spLocks noGrp="1"/>
          </p:cNvSpPr>
          <p:nvPr>
            <p:ph type="pic" sz="quarter" idx="26" hasCustomPrompt="1"/>
          </p:nvPr>
        </p:nvSpPr>
        <p:spPr>
          <a:xfrm>
            <a:off x="1426192" y="3868380"/>
            <a:ext cx="1720850" cy="1536045"/>
          </a:xfrm>
        </p:spPr>
        <p:txBody>
          <a:bodyPr>
            <a:norm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kumimoji="1" lang="zh-CN" altLang="en-US" dirty="0"/>
              <a:t>图片</a:t>
            </a:r>
            <a:endParaRPr kumimoji="1" lang="zh-CN" altLang="en-US" dirty="0"/>
          </a:p>
        </p:txBody>
      </p:sp>
      <p:sp>
        <p:nvSpPr>
          <p:cNvPr id="41" name="矩形 40"/>
          <p:cNvSpPr/>
          <p:nvPr userDrawn="1"/>
        </p:nvSpPr>
        <p:spPr>
          <a:xfrm>
            <a:off x="3157649" y="3870266"/>
            <a:ext cx="2613231" cy="1534159"/>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2" name="文本占位符 26"/>
          <p:cNvSpPr>
            <a:spLocks noGrp="1"/>
          </p:cNvSpPr>
          <p:nvPr>
            <p:ph type="body" sz="quarter" idx="27" hasCustomPrompt="1"/>
          </p:nvPr>
        </p:nvSpPr>
        <p:spPr>
          <a:xfrm>
            <a:off x="3466576" y="4103448"/>
            <a:ext cx="1640796" cy="335465"/>
          </a:xfrm>
        </p:spPr>
        <p:txBody>
          <a:bodyPr>
            <a:normAutofit/>
          </a:bodyPr>
          <a:lstStyle>
            <a:lvl1pPr marL="0" indent="0" algn="l">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43" name="文本占位符 34"/>
          <p:cNvSpPr>
            <a:spLocks noGrp="1"/>
          </p:cNvSpPr>
          <p:nvPr>
            <p:ph type="body" sz="quarter" idx="28" hasCustomPrompt="1"/>
          </p:nvPr>
        </p:nvSpPr>
        <p:spPr>
          <a:xfrm>
            <a:off x="3465513" y="4480897"/>
            <a:ext cx="1949450" cy="846137"/>
          </a:xfrm>
        </p:spPr>
        <p:txBody>
          <a:bodyPr>
            <a:normAutofit/>
          </a:bodyPr>
          <a:lstStyle>
            <a:lvl1pPr marL="0" marR="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sz="1400">
                <a:solidFill>
                  <a:srgbClr val="FFFFFF"/>
                </a:solidFill>
                <a:latin typeface="Microsoft YaHei Bold"/>
                <a:cs typeface="Microsoft YaHei Bold"/>
              </a:defRPr>
            </a:lvl1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a:t>
            </a:r>
            <a:endParaRPr kumimoji="1" lang="zh-CN" altLang="en-US" dirty="0"/>
          </a:p>
        </p:txBody>
      </p:sp>
      <p:sp>
        <p:nvSpPr>
          <p:cNvPr id="44" name="图片占位符 28"/>
          <p:cNvSpPr>
            <a:spLocks noGrp="1"/>
          </p:cNvSpPr>
          <p:nvPr>
            <p:ph type="pic" sz="quarter" idx="11" hasCustomPrompt="1"/>
          </p:nvPr>
        </p:nvSpPr>
        <p:spPr>
          <a:xfrm>
            <a:off x="1426192" y="1694834"/>
            <a:ext cx="1720850" cy="1536045"/>
          </a:xfrm>
        </p:spPr>
        <p:txBody>
          <a:bodyPr>
            <a:norm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kumimoji="1" lang="zh-CN" altLang="en-US" dirty="0"/>
              <a:t>图片</a:t>
            </a:r>
            <a:endParaRPr kumimoji="1" lang="zh-CN" altLang="en-US" dirty="0"/>
          </a:p>
        </p:txBody>
      </p:sp>
      <p:sp>
        <p:nvSpPr>
          <p:cNvPr id="45" name="矩形 44"/>
          <p:cNvSpPr/>
          <p:nvPr userDrawn="1"/>
        </p:nvSpPr>
        <p:spPr>
          <a:xfrm>
            <a:off x="3157649" y="1696720"/>
            <a:ext cx="2613231" cy="1534159"/>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46" name="文本占位符 26"/>
          <p:cNvSpPr>
            <a:spLocks noGrp="1"/>
          </p:cNvSpPr>
          <p:nvPr>
            <p:ph type="body" sz="quarter" idx="24" hasCustomPrompt="1"/>
          </p:nvPr>
        </p:nvSpPr>
        <p:spPr>
          <a:xfrm>
            <a:off x="3466576" y="1929902"/>
            <a:ext cx="1640796" cy="335465"/>
          </a:xfrm>
        </p:spPr>
        <p:txBody>
          <a:bodyPr>
            <a:normAutofit/>
          </a:bodyPr>
          <a:lstStyle>
            <a:lvl1pPr marL="0" indent="0" algn="l">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47" name="文本占位符 34"/>
          <p:cNvSpPr>
            <a:spLocks noGrp="1"/>
          </p:cNvSpPr>
          <p:nvPr>
            <p:ph type="body" sz="quarter" idx="25" hasCustomPrompt="1"/>
          </p:nvPr>
        </p:nvSpPr>
        <p:spPr>
          <a:xfrm>
            <a:off x="3465513" y="2307351"/>
            <a:ext cx="1949450" cy="846137"/>
          </a:xfrm>
        </p:spPr>
        <p:txBody>
          <a:bodyPr>
            <a:normAutofit/>
          </a:bodyPr>
          <a:lstStyle>
            <a:lvl1pPr marL="0" marR="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sz="1400">
                <a:solidFill>
                  <a:srgbClr val="FFFFFF"/>
                </a:solidFill>
                <a:latin typeface="Microsoft YaHei Bold"/>
                <a:cs typeface="Microsoft YaHei Bold"/>
              </a:defRPr>
            </a:lvl1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a:t>
            </a:r>
            <a:endParaRPr kumimoji="1" lang="zh-CN" altLang="en-US" dirty="0"/>
          </a:p>
        </p:txBody>
      </p:sp>
      <p:sp>
        <p:nvSpPr>
          <p:cNvPr id="49" name="椭圆 48"/>
          <p:cNvSpPr/>
          <p:nvPr userDrawn="1"/>
        </p:nvSpPr>
        <p:spPr>
          <a:xfrm>
            <a:off x="6016550" y="2384031"/>
            <a:ext cx="153237" cy="153237"/>
          </a:xfrm>
          <a:prstGeom prst="ellipse">
            <a:avLst/>
          </a:prstGeom>
          <a:solidFill>
            <a:srgbClr val="1841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0" name="矩形 49"/>
          <p:cNvSpPr/>
          <p:nvPr userDrawn="1"/>
        </p:nvSpPr>
        <p:spPr>
          <a:xfrm>
            <a:off x="6648676" y="2837887"/>
            <a:ext cx="2613231" cy="1534159"/>
          </a:xfrm>
          <a:prstGeom prst="rect">
            <a:avLst/>
          </a:prstGeom>
          <a:solidFill>
            <a:srgbClr val="184199"/>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51" name="文本占位符 26"/>
          <p:cNvSpPr>
            <a:spLocks noGrp="1"/>
          </p:cNvSpPr>
          <p:nvPr>
            <p:ph type="body" sz="quarter" idx="29" hasCustomPrompt="1"/>
          </p:nvPr>
        </p:nvSpPr>
        <p:spPr>
          <a:xfrm>
            <a:off x="6957603" y="3071069"/>
            <a:ext cx="1640796" cy="335465"/>
          </a:xfrm>
        </p:spPr>
        <p:txBody>
          <a:bodyPr>
            <a:normAutofit/>
          </a:bodyPr>
          <a:lstStyle>
            <a:lvl1pPr marL="0" indent="0" algn="l">
              <a:buFontTx/>
              <a:buNone/>
              <a:defRPr sz="1600" b="1">
                <a:solidFill>
                  <a:srgbClr val="FFFFFF"/>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zh-CN" altLang="en-US" dirty="0"/>
          </a:p>
        </p:txBody>
      </p:sp>
      <p:sp>
        <p:nvSpPr>
          <p:cNvPr id="52" name="文本占位符 34"/>
          <p:cNvSpPr>
            <a:spLocks noGrp="1"/>
          </p:cNvSpPr>
          <p:nvPr>
            <p:ph type="body" sz="quarter" idx="30" hasCustomPrompt="1"/>
          </p:nvPr>
        </p:nvSpPr>
        <p:spPr>
          <a:xfrm>
            <a:off x="6956540" y="3448518"/>
            <a:ext cx="1949450" cy="846137"/>
          </a:xfrm>
        </p:spPr>
        <p:txBody>
          <a:bodyPr>
            <a:normAutofit/>
          </a:bodyPr>
          <a:lstStyle>
            <a:lvl1pPr marL="0" marR="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sz="1400">
                <a:solidFill>
                  <a:srgbClr val="FFFFFF"/>
                </a:solidFill>
                <a:latin typeface="Microsoft YaHei Bold"/>
                <a:cs typeface="Microsoft YaHei Bold"/>
              </a:defRPr>
            </a:lvl1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a:t>
            </a:r>
            <a:endParaRPr kumimoji="1" lang="zh-CN" altLang="en-US" dirty="0"/>
          </a:p>
        </p:txBody>
      </p:sp>
      <p:sp>
        <p:nvSpPr>
          <p:cNvPr id="53" name="图片占位符 28"/>
          <p:cNvSpPr>
            <a:spLocks noGrp="1"/>
          </p:cNvSpPr>
          <p:nvPr>
            <p:ph type="pic" sz="quarter" idx="31" hasCustomPrompt="1"/>
          </p:nvPr>
        </p:nvSpPr>
        <p:spPr>
          <a:xfrm>
            <a:off x="9272403" y="2832325"/>
            <a:ext cx="1720850" cy="1536045"/>
          </a:xfrm>
        </p:spPr>
        <p:txBody>
          <a:bodyPr>
            <a:normAutofit/>
          </a:bodyPr>
          <a:lstStyle>
            <a:lvl1pPr marL="0" indent="0">
              <a:buNone/>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kumimoji="1" lang="zh-CN" altLang="en-US" dirty="0"/>
              <a:t>图片</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pic>
        <p:nvPicPr>
          <p:cNvPr id="28" name="图片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30" name="文本占位符 26"/>
          <p:cNvSpPr>
            <a:spLocks noGrp="1"/>
          </p:cNvSpPr>
          <p:nvPr>
            <p:ph type="body" sz="quarter" idx="10" hasCustomPrompt="1"/>
          </p:nvPr>
        </p:nvSpPr>
        <p:spPr>
          <a:xfrm>
            <a:off x="1044249" y="1585077"/>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36" name="矩形 35"/>
          <p:cNvSpPr/>
          <p:nvPr userDrawn="1"/>
        </p:nvSpPr>
        <p:spPr>
          <a:xfrm>
            <a:off x="1106202" y="3559037"/>
            <a:ext cx="2504334" cy="461665"/>
          </a:xfrm>
          <a:prstGeom prst="rect">
            <a:avLst/>
          </a:prstGeom>
        </p:spPr>
        <p:txBody>
          <a:bodyPr wrap="square">
            <a:spAutoFit/>
          </a:bodyPr>
          <a:lstStyle/>
          <a:p>
            <a:pPr algn="r">
              <a:lnSpc>
                <a:spcPct val="150000"/>
              </a:lnSpc>
            </a:pPr>
            <a:r>
              <a:rPr lang="zh-CN" altLang="en-US" sz="1600" b="1" dirty="0">
                <a:latin typeface="微软雅黑" panose="020B0503020204020204" charset="-122"/>
                <a:ea typeface="微软雅黑" panose="020B0503020204020204" charset="-122"/>
              </a:rPr>
              <a:t>请输入您需要的文字</a:t>
            </a:r>
            <a:endParaRPr lang="zh-CN" altLang="en-US" sz="1600" b="1" dirty="0">
              <a:latin typeface="微软雅黑" panose="020B0503020204020204" charset="-122"/>
              <a:ea typeface="微软雅黑" panose="020B0503020204020204" charset="-122"/>
            </a:endParaRPr>
          </a:p>
        </p:txBody>
      </p:sp>
      <p:sp>
        <p:nvSpPr>
          <p:cNvPr id="40" name="文本占位符 39"/>
          <p:cNvSpPr>
            <a:spLocks noGrp="1"/>
          </p:cNvSpPr>
          <p:nvPr>
            <p:ph type="body" sz="quarter" idx="18" hasCustomPrompt="1"/>
          </p:nvPr>
        </p:nvSpPr>
        <p:spPr>
          <a:xfrm>
            <a:off x="1269723" y="4062844"/>
            <a:ext cx="2330450" cy="1573213"/>
          </a:xfrm>
        </p:spPr>
        <p:txBody>
          <a:bodyPr>
            <a:normAutofit/>
          </a:bodyPr>
          <a:lstStyle>
            <a:lvl1pPr marL="0" indent="0" algn="r">
              <a:lnSpc>
                <a:spcPct val="12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请输入您需要的文字请输入您需要的文字请输入您需要的文字请输入您需要的文字</a:t>
            </a:r>
            <a:endParaRPr kumimoji="1" lang="zh-CN" altLang="en-US" dirty="0"/>
          </a:p>
        </p:txBody>
      </p:sp>
      <p:sp>
        <p:nvSpPr>
          <p:cNvPr id="43" name="矩形 42"/>
          <p:cNvSpPr/>
          <p:nvPr userDrawn="1"/>
        </p:nvSpPr>
        <p:spPr>
          <a:xfrm>
            <a:off x="8504356" y="3559037"/>
            <a:ext cx="2504334" cy="441146"/>
          </a:xfrm>
          <a:prstGeom prst="rect">
            <a:avLst/>
          </a:prstGeom>
        </p:spPr>
        <p:txBody>
          <a:bodyPr wrap="square">
            <a:spAutoFit/>
          </a:bodyPr>
          <a:lstStyle/>
          <a:p>
            <a:pPr algn="l">
              <a:lnSpc>
                <a:spcPct val="150000"/>
              </a:lnSpc>
            </a:pPr>
            <a:r>
              <a:rPr lang="zh-CN" altLang="en-US" sz="1600" b="1" dirty="0">
                <a:latin typeface="微软雅黑" panose="020B0503020204020204" charset="-122"/>
                <a:ea typeface="微软雅黑" panose="020B0503020204020204" charset="-122"/>
              </a:rPr>
              <a:t>请输入您需要的文字</a:t>
            </a:r>
            <a:endParaRPr lang="zh-CN" altLang="en-US" sz="1600" b="1" dirty="0">
              <a:latin typeface="微软雅黑" panose="020B0503020204020204" charset="-122"/>
              <a:ea typeface="微软雅黑" panose="020B0503020204020204" charset="-122"/>
            </a:endParaRPr>
          </a:p>
        </p:txBody>
      </p:sp>
      <p:sp>
        <p:nvSpPr>
          <p:cNvPr id="44" name="文本占位符 39"/>
          <p:cNvSpPr>
            <a:spLocks noGrp="1"/>
          </p:cNvSpPr>
          <p:nvPr>
            <p:ph type="body" sz="quarter" idx="19" hasCustomPrompt="1"/>
          </p:nvPr>
        </p:nvSpPr>
        <p:spPr>
          <a:xfrm>
            <a:off x="8504356" y="4062844"/>
            <a:ext cx="2330450" cy="1573213"/>
          </a:xfrm>
        </p:spPr>
        <p:txBody>
          <a:bodyPr>
            <a:normAutofit/>
          </a:bodyPr>
          <a:lstStyle>
            <a:lvl1pPr marL="0" indent="0" algn="l">
              <a:lnSpc>
                <a:spcPct val="12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请输入您需要的文字请输入您需要的文字请输入您需要的文字请输入您需要的文字</a:t>
            </a:r>
            <a:endParaRPr kumimoji="1" lang="zh-CN" altLang="en-US" dirty="0"/>
          </a:p>
        </p:txBody>
      </p:sp>
      <p:sp>
        <p:nvSpPr>
          <p:cNvPr id="45" name="矩形 44"/>
          <p:cNvSpPr/>
          <p:nvPr userDrawn="1"/>
        </p:nvSpPr>
        <p:spPr>
          <a:xfrm>
            <a:off x="7717176" y="1583991"/>
            <a:ext cx="2504334" cy="441146"/>
          </a:xfrm>
          <a:prstGeom prst="rect">
            <a:avLst/>
          </a:prstGeom>
        </p:spPr>
        <p:txBody>
          <a:bodyPr wrap="square">
            <a:spAutoFit/>
          </a:bodyPr>
          <a:lstStyle/>
          <a:p>
            <a:pPr algn="l">
              <a:lnSpc>
                <a:spcPct val="150000"/>
              </a:lnSpc>
            </a:pPr>
            <a:r>
              <a:rPr lang="zh-CN" altLang="en-US" sz="1600" b="1" dirty="0">
                <a:latin typeface="微软雅黑" panose="020B0503020204020204" charset="-122"/>
                <a:ea typeface="微软雅黑" panose="020B0503020204020204" charset="-122"/>
              </a:rPr>
              <a:t>请输入您需要的文字</a:t>
            </a:r>
            <a:endParaRPr lang="zh-CN" altLang="en-US" sz="1600" b="1" dirty="0">
              <a:latin typeface="微软雅黑" panose="020B0503020204020204" charset="-122"/>
              <a:ea typeface="微软雅黑" panose="020B0503020204020204" charset="-122"/>
            </a:endParaRPr>
          </a:p>
        </p:txBody>
      </p:sp>
      <p:sp>
        <p:nvSpPr>
          <p:cNvPr id="46" name="文本占位符 39"/>
          <p:cNvSpPr>
            <a:spLocks noGrp="1"/>
          </p:cNvSpPr>
          <p:nvPr>
            <p:ph type="body" sz="quarter" idx="20" hasCustomPrompt="1"/>
          </p:nvPr>
        </p:nvSpPr>
        <p:spPr>
          <a:xfrm>
            <a:off x="7717176" y="2087798"/>
            <a:ext cx="3138622" cy="1218527"/>
          </a:xfrm>
        </p:spPr>
        <p:txBody>
          <a:bodyPr>
            <a:normAutofit/>
          </a:bodyPr>
          <a:lstStyle>
            <a:lvl1pPr marL="0" indent="0" algn="l">
              <a:lnSpc>
                <a:spcPct val="12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请输入您需要的文字请输入您需要的文字请输入您需要的文字请输入您需要的文字</a:t>
            </a:r>
            <a:endParaRPr kumimoji="1" lang="zh-CN" altLang="en-US" dirty="0"/>
          </a:p>
        </p:txBody>
      </p:sp>
      <p:sp>
        <p:nvSpPr>
          <p:cNvPr id="48" name="椭圆 47"/>
          <p:cNvSpPr/>
          <p:nvPr userDrawn="1"/>
        </p:nvSpPr>
        <p:spPr>
          <a:xfrm>
            <a:off x="4953075" y="1441881"/>
            <a:ext cx="2394728" cy="2394728"/>
          </a:xfrm>
          <a:prstGeom prst="ellipse">
            <a:avLst/>
          </a:prstGeom>
          <a:solidFill>
            <a:srgbClr val="18419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4" name="椭圆 53"/>
          <p:cNvSpPr/>
          <p:nvPr userDrawn="1"/>
        </p:nvSpPr>
        <p:spPr>
          <a:xfrm>
            <a:off x="3911152" y="2992223"/>
            <a:ext cx="2394728" cy="2394728"/>
          </a:xfrm>
          <a:prstGeom prst="ellipse">
            <a:avLst/>
          </a:prstGeom>
          <a:solidFill>
            <a:srgbClr val="18419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60" name="椭圆 59"/>
          <p:cNvSpPr/>
          <p:nvPr userDrawn="1"/>
        </p:nvSpPr>
        <p:spPr>
          <a:xfrm>
            <a:off x="5825120" y="2992223"/>
            <a:ext cx="2394728" cy="2394728"/>
          </a:xfrm>
          <a:prstGeom prst="ellipse">
            <a:avLst/>
          </a:prstGeom>
          <a:solidFill>
            <a:srgbClr val="18419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9" name="图片占位符 39"/>
          <p:cNvSpPr>
            <a:spLocks noGrp="1"/>
          </p:cNvSpPr>
          <p:nvPr>
            <p:ph type="pic" sz="quarter" idx="21" hasCustomPrompt="1"/>
          </p:nvPr>
        </p:nvSpPr>
        <p:spPr>
          <a:xfrm>
            <a:off x="5616076" y="2109105"/>
            <a:ext cx="1084354" cy="65638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50" name="内容占位符 36"/>
          <p:cNvSpPr>
            <a:spLocks noGrp="1"/>
          </p:cNvSpPr>
          <p:nvPr>
            <p:ph sz="quarter" idx="22" hasCustomPrompt="1"/>
          </p:nvPr>
        </p:nvSpPr>
        <p:spPr>
          <a:xfrm>
            <a:off x="5616076" y="2894212"/>
            <a:ext cx="1084354" cy="306171"/>
          </a:xfrm>
        </p:spPr>
        <p:txBody>
          <a:bodyPr>
            <a:normAutofit/>
          </a:bodyPr>
          <a:lstStyle>
            <a:lvl1pPr marL="0" indent="0" algn="ctr">
              <a:buFontTx/>
              <a:buNone/>
              <a:defRPr sz="12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en-US" altLang="zh-CN" dirty="0"/>
          </a:p>
        </p:txBody>
      </p:sp>
      <p:sp>
        <p:nvSpPr>
          <p:cNvPr id="55" name="图片占位符 39"/>
          <p:cNvSpPr>
            <a:spLocks noGrp="1"/>
          </p:cNvSpPr>
          <p:nvPr>
            <p:ph type="pic" sz="quarter" idx="23" hasCustomPrompt="1"/>
          </p:nvPr>
        </p:nvSpPr>
        <p:spPr>
          <a:xfrm>
            <a:off x="4574153" y="3659447"/>
            <a:ext cx="1084354" cy="65638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56" name="内容占位符 36"/>
          <p:cNvSpPr>
            <a:spLocks noGrp="1"/>
          </p:cNvSpPr>
          <p:nvPr>
            <p:ph sz="quarter" idx="24" hasCustomPrompt="1"/>
          </p:nvPr>
        </p:nvSpPr>
        <p:spPr>
          <a:xfrm>
            <a:off x="4574153" y="4444554"/>
            <a:ext cx="1084354" cy="306171"/>
          </a:xfrm>
        </p:spPr>
        <p:txBody>
          <a:bodyPr>
            <a:normAutofit/>
          </a:bodyPr>
          <a:lstStyle>
            <a:lvl1pPr marL="0" indent="0" algn="ctr">
              <a:buFontTx/>
              <a:buNone/>
              <a:defRPr sz="12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en-US" altLang="zh-CN" dirty="0"/>
          </a:p>
        </p:txBody>
      </p:sp>
      <p:sp>
        <p:nvSpPr>
          <p:cNvPr id="61" name="图片占位符 39"/>
          <p:cNvSpPr>
            <a:spLocks noGrp="1"/>
          </p:cNvSpPr>
          <p:nvPr>
            <p:ph type="pic" sz="quarter" idx="25" hasCustomPrompt="1"/>
          </p:nvPr>
        </p:nvSpPr>
        <p:spPr>
          <a:xfrm>
            <a:off x="6488121" y="3659447"/>
            <a:ext cx="1084354" cy="65638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62" name="内容占位符 36"/>
          <p:cNvSpPr>
            <a:spLocks noGrp="1"/>
          </p:cNvSpPr>
          <p:nvPr>
            <p:ph sz="quarter" idx="26" hasCustomPrompt="1"/>
          </p:nvPr>
        </p:nvSpPr>
        <p:spPr>
          <a:xfrm>
            <a:off x="6488121" y="4444554"/>
            <a:ext cx="1084354" cy="306171"/>
          </a:xfrm>
        </p:spPr>
        <p:txBody>
          <a:bodyPr>
            <a:normAutofit/>
          </a:bodyPr>
          <a:lstStyle>
            <a:lvl1pPr marL="0" indent="0" algn="ctr">
              <a:buFontTx/>
              <a:buNone/>
              <a:defRPr sz="12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请输入文字</a:t>
            </a:r>
            <a:endParaRPr kumimoji="1" lang="en-US" altLang="zh-CN"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19" name="文本占位符 26"/>
          <p:cNvSpPr>
            <a:spLocks noGrp="1"/>
          </p:cNvSpPr>
          <p:nvPr>
            <p:ph type="body" sz="quarter" idx="10" hasCustomPrompt="1"/>
          </p:nvPr>
        </p:nvSpPr>
        <p:spPr>
          <a:xfrm>
            <a:off x="4364345" y="1016575"/>
            <a:ext cx="3590947" cy="480909"/>
          </a:xfrm>
        </p:spPr>
        <p:txBody>
          <a:bodyPr>
            <a:normAutofit/>
          </a:bodyPr>
          <a:lstStyle>
            <a:lvl1pPr marL="0" indent="0" algn="ctr">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27" name="椭圆 26"/>
          <p:cNvSpPr/>
          <p:nvPr userDrawn="1"/>
        </p:nvSpPr>
        <p:spPr>
          <a:xfrm>
            <a:off x="1563793" y="2056268"/>
            <a:ext cx="1910322" cy="1910322"/>
          </a:xfrm>
          <a:prstGeom prst="ellipse">
            <a:avLst/>
          </a:prstGeom>
          <a:solidFill>
            <a:srgbClr val="184199">
              <a:alpha val="9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1" name="文本占位符 30"/>
          <p:cNvSpPr>
            <a:spLocks noGrp="1"/>
          </p:cNvSpPr>
          <p:nvPr>
            <p:ph type="body" sz="quarter" idx="11" hasCustomPrompt="1"/>
          </p:nvPr>
        </p:nvSpPr>
        <p:spPr>
          <a:xfrm>
            <a:off x="1668753" y="2560376"/>
            <a:ext cx="1983422" cy="925512"/>
          </a:xfrm>
        </p:spPr>
        <p:txBody>
          <a:bodyPr>
            <a:noAutofit/>
          </a:bodyPr>
          <a:lstStyle>
            <a:lvl1pPr marL="0" indent="0">
              <a:buNone/>
              <a:defRPr sz="60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en-US" altLang="zh-CN" dirty="0"/>
              <a:t>90%</a:t>
            </a:r>
            <a:endParaRPr kumimoji="1" lang="zh-CN" altLang="en-US" dirty="0"/>
          </a:p>
        </p:txBody>
      </p:sp>
      <p:sp>
        <p:nvSpPr>
          <p:cNvPr id="34" name="椭圆 33"/>
          <p:cNvSpPr/>
          <p:nvPr userDrawn="1"/>
        </p:nvSpPr>
        <p:spPr>
          <a:xfrm>
            <a:off x="4374841" y="3010715"/>
            <a:ext cx="1910322" cy="1910322"/>
          </a:xfrm>
          <a:prstGeom prst="ellipse">
            <a:avLst/>
          </a:prstGeom>
          <a:solidFill>
            <a:srgbClr val="184199">
              <a:alpha val="9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5" name="文本占位符 30"/>
          <p:cNvSpPr>
            <a:spLocks noGrp="1"/>
          </p:cNvSpPr>
          <p:nvPr>
            <p:ph type="body" sz="quarter" idx="12" hasCustomPrompt="1"/>
          </p:nvPr>
        </p:nvSpPr>
        <p:spPr>
          <a:xfrm>
            <a:off x="4437817" y="3514823"/>
            <a:ext cx="1983422" cy="925512"/>
          </a:xfrm>
        </p:spPr>
        <p:txBody>
          <a:bodyPr>
            <a:noAutofit/>
          </a:bodyPr>
          <a:lstStyle>
            <a:lvl1pPr marL="0" indent="0">
              <a:buNone/>
              <a:defRPr sz="60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en-US" altLang="zh-CN" dirty="0"/>
              <a:t>75%</a:t>
            </a:r>
            <a:endParaRPr kumimoji="1" lang="zh-CN" altLang="en-US" dirty="0"/>
          </a:p>
        </p:txBody>
      </p:sp>
      <p:sp>
        <p:nvSpPr>
          <p:cNvPr id="38" name="椭圆 37"/>
          <p:cNvSpPr/>
          <p:nvPr userDrawn="1"/>
        </p:nvSpPr>
        <p:spPr>
          <a:xfrm>
            <a:off x="6507294" y="1521657"/>
            <a:ext cx="2833823" cy="2833823"/>
          </a:xfrm>
          <a:prstGeom prst="ellipse">
            <a:avLst/>
          </a:prstGeom>
          <a:solidFill>
            <a:srgbClr val="184199">
              <a:alpha val="9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9" name="文本占位符 30"/>
          <p:cNvSpPr>
            <a:spLocks noGrp="1"/>
          </p:cNvSpPr>
          <p:nvPr>
            <p:ph type="body" sz="quarter" idx="13" hasCustomPrompt="1"/>
          </p:nvPr>
        </p:nvSpPr>
        <p:spPr>
          <a:xfrm>
            <a:off x="6900702" y="2498096"/>
            <a:ext cx="2261992" cy="1019280"/>
          </a:xfrm>
        </p:spPr>
        <p:txBody>
          <a:bodyPr>
            <a:noAutofit/>
          </a:bodyPr>
          <a:lstStyle>
            <a:lvl1pPr marL="0" indent="0">
              <a:buNone/>
              <a:defRPr sz="60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en-US" altLang="zh-CN" dirty="0"/>
              <a:t>NO.1</a:t>
            </a:r>
            <a:endParaRPr kumimoji="1" lang="zh-CN" altLang="en-US" dirty="0"/>
          </a:p>
        </p:txBody>
      </p:sp>
      <p:sp>
        <p:nvSpPr>
          <p:cNvPr id="42" name="椭圆 41"/>
          <p:cNvSpPr/>
          <p:nvPr userDrawn="1"/>
        </p:nvSpPr>
        <p:spPr>
          <a:xfrm>
            <a:off x="9086316" y="2851243"/>
            <a:ext cx="1910322" cy="1910322"/>
          </a:xfrm>
          <a:prstGeom prst="ellipse">
            <a:avLst/>
          </a:prstGeom>
          <a:solidFill>
            <a:srgbClr val="184199">
              <a:alpha val="9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3" name="文本占位符 30"/>
          <p:cNvSpPr>
            <a:spLocks noGrp="1"/>
          </p:cNvSpPr>
          <p:nvPr>
            <p:ph type="body" sz="quarter" idx="14" hasCustomPrompt="1"/>
          </p:nvPr>
        </p:nvSpPr>
        <p:spPr>
          <a:xfrm>
            <a:off x="9191276" y="3355351"/>
            <a:ext cx="1983422" cy="925512"/>
          </a:xfrm>
        </p:spPr>
        <p:txBody>
          <a:bodyPr>
            <a:noAutofit/>
          </a:bodyPr>
          <a:lstStyle>
            <a:lvl1pPr marL="0" indent="0">
              <a:buNone/>
              <a:defRPr sz="60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en-US" altLang="zh-CN" dirty="0"/>
              <a:t>30%</a:t>
            </a:r>
            <a:endParaRPr kumimoji="1"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7" name="椭圆 6"/>
          <p:cNvSpPr/>
          <p:nvPr userDrawn="1"/>
        </p:nvSpPr>
        <p:spPr>
          <a:xfrm>
            <a:off x="1526181" y="2588522"/>
            <a:ext cx="2299440" cy="2299440"/>
          </a:xfrm>
          <a:prstGeom prst="ellips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9" name="组 52"/>
          <p:cNvGrpSpPr/>
          <p:nvPr userDrawn="1"/>
        </p:nvGrpSpPr>
        <p:grpSpPr>
          <a:xfrm rot="9000000">
            <a:off x="3858363" y="2696842"/>
            <a:ext cx="341439" cy="227802"/>
            <a:chOff x="3319130" y="2849962"/>
            <a:chExt cx="341439" cy="227802"/>
          </a:xfrm>
          <a:solidFill>
            <a:srgbClr val="184199"/>
          </a:solidFill>
        </p:grpSpPr>
        <p:sp>
          <p:nvSpPr>
            <p:cNvPr id="10" name="椭圆 9"/>
            <p:cNvSpPr/>
            <p:nvPr/>
          </p:nvSpPr>
          <p:spPr>
            <a:xfrm>
              <a:off x="3502231" y="2884694"/>
              <a:ext cx="158338" cy="15833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燕尾形 10"/>
            <p:cNvSpPr/>
            <p:nvPr/>
          </p:nvSpPr>
          <p:spPr>
            <a:xfrm flipH="1">
              <a:off x="3319130" y="2849962"/>
              <a:ext cx="155496" cy="227802"/>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sp>
        <p:nvSpPr>
          <p:cNvPr id="13" name="椭圆 11"/>
          <p:cNvSpPr>
            <a:spLocks noChangeArrowheads="1"/>
          </p:cNvSpPr>
          <p:nvPr/>
        </p:nvSpPr>
        <p:spPr bwMode="auto">
          <a:xfrm>
            <a:off x="4405724" y="1798023"/>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15" name="椭圆 11"/>
          <p:cNvSpPr>
            <a:spLocks noChangeArrowheads="1"/>
          </p:cNvSpPr>
          <p:nvPr userDrawn="1"/>
        </p:nvSpPr>
        <p:spPr bwMode="auto">
          <a:xfrm>
            <a:off x="4851339" y="3300105"/>
            <a:ext cx="891231" cy="876275"/>
          </a:xfrm>
          <a:prstGeom prst="ellipse">
            <a:avLst/>
          </a:prstGeom>
          <a:solidFill>
            <a:srgbClr val="184199"/>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solidFill>
                <a:schemeClr val="lt1"/>
              </a:solidFill>
            </a:endParaRPr>
          </a:p>
        </p:txBody>
      </p:sp>
      <p:sp>
        <p:nvSpPr>
          <p:cNvPr id="16" name="椭圆 11"/>
          <p:cNvSpPr>
            <a:spLocks noChangeArrowheads="1"/>
          </p:cNvSpPr>
          <p:nvPr userDrawn="1"/>
        </p:nvSpPr>
        <p:spPr bwMode="auto">
          <a:xfrm>
            <a:off x="4405724" y="4747267"/>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grpSp>
        <p:nvGrpSpPr>
          <p:cNvPr id="17" name="组 63"/>
          <p:cNvGrpSpPr/>
          <p:nvPr userDrawn="1"/>
        </p:nvGrpSpPr>
        <p:grpSpPr>
          <a:xfrm rot="10800000">
            <a:off x="4024886" y="3671439"/>
            <a:ext cx="341439" cy="227802"/>
            <a:chOff x="3319130" y="2849962"/>
            <a:chExt cx="341439" cy="227802"/>
          </a:xfrm>
          <a:solidFill>
            <a:srgbClr val="184199"/>
          </a:solidFill>
        </p:grpSpPr>
        <p:sp>
          <p:nvSpPr>
            <p:cNvPr id="18" name="椭圆 17"/>
            <p:cNvSpPr/>
            <p:nvPr/>
          </p:nvSpPr>
          <p:spPr>
            <a:xfrm>
              <a:off x="3502231" y="2884694"/>
              <a:ext cx="158338" cy="15833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燕尾形 18"/>
            <p:cNvSpPr/>
            <p:nvPr/>
          </p:nvSpPr>
          <p:spPr>
            <a:xfrm flipH="1">
              <a:off x="3319130" y="2849962"/>
              <a:ext cx="155496" cy="227802"/>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grpSp>
        <p:nvGrpSpPr>
          <p:cNvPr id="20" name="组 66"/>
          <p:cNvGrpSpPr/>
          <p:nvPr userDrawn="1"/>
        </p:nvGrpSpPr>
        <p:grpSpPr>
          <a:xfrm rot="12600000">
            <a:off x="3858364" y="4611161"/>
            <a:ext cx="341439" cy="227802"/>
            <a:chOff x="3319130" y="2849962"/>
            <a:chExt cx="341439" cy="227802"/>
          </a:xfrm>
          <a:solidFill>
            <a:srgbClr val="184199"/>
          </a:solidFill>
        </p:grpSpPr>
        <p:sp>
          <p:nvSpPr>
            <p:cNvPr id="21" name="椭圆 20"/>
            <p:cNvSpPr/>
            <p:nvPr/>
          </p:nvSpPr>
          <p:spPr>
            <a:xfrm>
              <a:off x="3502231" y="2884694"/>
              <a:ext cx="158338" cy="15833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燕尾形 21"/>
            <p:cNvSpPr/>
            <p:nvPr/>
          </p:nvSpPr>
          <p:spPr>
            <a:xfrm flipH="1">
              <a:off x="3319130" y="2849962"/>
              <a:ext cx="155496" cy="227802"/>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sp>
        <p:nvSpPr>
          <p:cNvPr id="26" name="文本占位符 40"/>
          <p:cNvSpPr>
            <a:spLocks noGrp="1"/>
          </p:cNvSpPr>
          <p:nvPr>
            <p:ph type="body" sz="quarter" idx="10" hasCustomPrompt="1"/>
          </p:nvPr>
        </p:nvSpPr>
        <p:spPr>
          <a:xfrm>
            <a:off x="1432835" y="1040053"/>
            <a:ext cx="3792537" cy="500062"/>
          </a:xfrm>
        </p:spPr>
        <p:txBody>
          <a:bodyPr>
            <a:normAutofit/>
          </a:bodyPr>
          <a:lstStyle>
            <a:lvl1pPr marL="0" indent="0">
              <a:buNone/>
              <a:defRPr sz="2600" b="1">
                <a:solidFill>
                  <a:srgbClr val="1B4497"/>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请输入标题文字</a:t>
            </a:r>
            <a:endParaRPr kumimoji="1" lang="zh-CN" altLang="en-US" dirty="0"/>
          </a:p>
        </p:txBody>
      </p:sp>
      <p:sp>
        <p:nvSpPr>
          <p:cNvPr id="27" name="文本占位符 43"/>
          <p:cNvSpPr>
            <a:spLocks noGrp="1"/>
          </p:cNvSpPr>
          <p:nvPr>
            <p:ph type="body" sz="quarter" idx="11" hasCustomPrompt="1"/>
          </p:nvPr>
        </p:nvSpPr>
        <p:spPr>
          <a:xfrm>
            <a:off x="5491946" y="1649278"/>
            <a:ext cx="4306787" cy="333375"/>
          </a:xfrm>
        </p:spPr>
        <p:txBody>
          <a:bodyPr>
            <a:normAutofit/>
          </a:bodyPr>
          <a:lstStyle>
            <a:lvl1pPr marL="0" indent="0">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28" name="文本占位符 46"/>
          <p:cNvSpPr>
            <a:spLocks noGrp="1"/>
          </p:cNvSpPr>
          <p:nvPr>
            <p:ph type="body" sz="quarter" idx="12" hasCustomPrompt="1"/>
          </p:nvPr>
        </p:nvSpPr>
        <p:spPr>
          <a:xfrm>
            <a:off x="5495691" y="1932018"/>
            <a:ext cx="4967782" cy="1019089"/>
          </a:xfrm>
        </p:spPr>
        <p:txBody>
          <a:bodyPr>
            <a:norm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请输入您需要的文字请输入您需要的文字请输入您需要的文字请输入您需要的文字请输入您需要的文字</a:t>
            </a:r>
            <a:endParaRPr kumimoji="1" lang="zh-CN" altLang="en-US" dirty="0"/>
          </a:p>
        </p:txBody>
      </p:sp>
      <p:sp>
        <p:nvSpPr>
          <p:cNvPr id="29" name="文本占位符 43"/>
          <p:cNvSpPr>
            <a:spLocks noGrp="1"/>
          </p:cNvSpPr>
          <p:nvPr>
            <p:ph type="body" sz="quarter" idx="13" hasCustomPrompt="1"/>
          </p:nvPr>
        </p:nvSpPr>
        <p:spPr>
          <a:xfrm>
            <a:off x="5991391" y="3207986"/>
            <a:ext cx="4306787" cy="333375"/>
          </a:xfrm>
        </p:spPr>
        <p:txBody>
          <a:bodyPr>
            <a:normAutofit/>
          </a:bodyPr>
          <a:lstStyle>
            <a:lvl1pPr marL="0" indent="0">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30" name="文本占位符 46"/>
          <p:cNvSpPr>
            <a:spLocks noGrp="1"/>
          </p:cNvSpPr>
          <p:nvPr>
            <p:ph type="body" sz="quarter" idx="14" hasCustomPrompt="1"/>
          </p:nvPr>
        </p:nvSpPr>
        <p:spPr>
          <a:xfrm>
            <a:off x="5990212" y="3495054"/>
            <a:ext cx="4524434" cy="1019089"/>
          </a:xfrm>
        </p:spPr>
        <p:txBody>
          <a:bodyPr>
            <a:norm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请输入您需要的文字请输入您需要的文字请输入您需要的文字请输入您需要的文字请输入您需要的文字</a:t>
            </a:r>
            <a:endParaRPr kumimoji="1" lang="zh-CN" altLang="en-US" dirty="0"/>
          </a:p>
        </p:txBody>
      </p:sp>
      <p:sp>
        <p:nvSpPr>
          <p:cNvPr id="31" name="文本占位符 43"/>
          <p:cNvSpPr>
            <a:spLocks noGrp="1"/>
          </p:cNvSpPr>
          <p:nvPr>
            <p:ph type="body" sz="quarter" idx="15" hasCustomPrompt="1"/>
          </p:nvPr>
        </p:nvSpPr>
        <p:spPr>
          <a:xfrm>
            <a:off x="5491946" y="4685562"/>
            <a:ext cx="4306787" cy="333375"/>
          </a:xfrm>
        </p:spPr>
        <p:txBody>
          <a:bodyPr>
            <a:normAutofit/>
          </a:bodyPr>
          <a:lstStyle>
            <a:lvl1pPr marL="0" indent="0">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32" name="文本占位符 46"/>
          <p:cNvSpPr>
            <a:spLocks noGrp="1"/>
          </p:cNvSpPr>
          <p:nvPr>
            <p:ph type="body" sz="quarter" idx="16" hasCustomPrompt="1"/>
          </p:nvPr>
        </p:nvSpPr>
        <p:spPr>
          <a:xfrm>
            <a:off x="5491946" y="4961606"/>
            <a:ext cx="4936815" cy="1019089"/>
          </a:xfrm>
        </p:spPr>
        <p:txBody>
          <a:bodyPr>
            <a:norm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请输入您需要的文字请输入您需要的文字请输入您需要的文字请输入您需要的文字请输入您需要的文字</a:t>
            </a:r>
            <a:endParaRPr kumimoji="1" lang="zh-CN" altLang="en-US" dirty="0"/>
          </a:p>
        </p:txBody>
      </p:sp>
      <p:sp>
        <p:nvSpPr>
          <p:cNvPr id="33" name="图片占位符 39"/>
          <p:cNvSpPr>
            <a:spLocks noGrp="1"/>
          </p:cNvSpPr>
          <p:nvPr>
            <p:ph type="pic" sz="quarter" idx="21" hasCustomPrompt="1"/>
          </p:nvPr>
        </p:nvSpPr>
        <p:spPr>
          <a:xfrm>
            <a:off x="4523115" y="1979182"/>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4" name="图片占位符 39"/>
          <p:cNvSpPr>
            <a:spLocks noGrp="1"/>
          </p:cNvSpPr>
          <p:nvPr>
            <p:ph type="pic" sz="quarter" idx="22" hasCustomPrompt="1"/>
          </p:nvPr>
        </p:nvSpPr>
        <p:spPr>
          <a:xfrm>
            <a:off x="4969345" y="3466475"/>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5" name="图片占位符 39"/>
          <p:cNvSpPr>
            <a:spLocks noGrp="1"/>
          </p:cNvSpPr>
          <p:nvPr>
            <p:ph type="pic" sz="quarter" idx="23" hasCustomPrompt="1"/>
          </p:nvPr>
        </p:nvSpPr>
        <p:spPr>
          <a:xfrm>
            <a:off x="4523729" y="4938239"/>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6" name="文本占位符 30"/>
          <p:cNvSpPr>
            <a:spLocks noGrp="1"/>
          </p:cNvSpPr>
          <p:nvPr>
            <p:ph type="body" sz="quarter" idx="24" hasCustomPrompt="1"/>
          </p:nvPr>
        </p:nvSpPr>
        <p:spPr>
          <a:xfrm>
            <a:off x="1987569" y="3457299"/>
            <a:ext cx="2261992" cy="1019280"/>
          </a:xfrm>
        </p:spPr>
        <p:txBody>
          <a:bodyPr>
            <a:noAutofit/>
          </a:bodyPr>
          <a:lstStyle>
            <a:lvl1pPr marL="0" indent="0">
              <a:buNone/>
              <a:defRPr sz="4000" b="1">
                <a:solidFill>
                  <a:srgbClr val="FFFFFF"/>
                </a:solidFill>
                <a:latin typeface="微软雅黑" panose="020B0503020204020204" charset="-122"/>
                <a:ea typeface="微软雅黑" panose="020B0503020204020204" charset="-122"/>
                <a:cs typeface="微软雅黑" panose="020B0503020204020204" charset="-122"/>
              </a:defRPr>
            </a:lvl1pPr>
          </a:lstStyle>
          <a:p>
            <a:pPr lvl="0"/>
            <a:r>
              <a:rPr kumimoji="1" lang="en-US" altLang="zh-CN" dirty="0"/>
              <a:t>NO.1</a:t>
            </a:r>
            <a:endParaRPr kumimoji="1" lang="zh-CN" altLang="en-US" dirty="0"/>
          </a:p>
        </p:txBody>
      </p:sp>
      <p:pic>
        <p:nvPicPr>
          <p:cNvPr id="37" name="图片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7" name="椭圆 6"/>
          <p:cNvSpPr/>
          <p:nvPr userDrawn="1"/>
        </p:nvSpPr>
        <p:spPr>
          <a:xfrm>
            <a:off x="4997854" y="2680272"/>
            <a:ext cx="2191573" cy="2191573"/>
          </a:xfrm>
          <a:prstGeom prst="ellipse">
            <a:avLst/>
          </a:prstGeom>
          <a:noFill/>
          <a:ln w="19050">
            <a:solidFill>
              <a:srgbClr val="1B4F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椭圆 11"/>
          <p:cNvSpPr>
            <a:spLocks noChangeArrowheads="1"/>
          </p:cNvSpPr>
          <p:nvPr userDrawn="1"/>
        </p:nvSpPr>
        <p:spPr bwMode="auto">
          <a:xfrm>
            <a:off x="6548299" y="2495408"/>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10" name="椭圆 9"/>
          <p:cNvSpPr>
            <a:spLocks noChangeArrowheads="1"/>
          </p:cNvSpPr>
          <p:nvPr userDrawn="1"/>
        </p:nvSpPr>
        <p:spPr bwMode="auto">
          <a:xfrm>
            <a:off x="6548299" y="4180433"/>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11" name="椭圆 11"/>
          <p:cNvSpPr>
            <a:spLocks noChangeArrowheads="1"/>
          </p:cNvSpPr>
          <p:nvPr userDrawn="1"/>
        </p:nvSpPr>
        <p:spPr bwMode="auto">
          <a:xfrm>
            <a:off x="4752471" y="4180433"/>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12" name="椭圆 11"/>
          <p:cNvSpPr>
            <a:spLocks noChangeArrowheads="1"/>
          </p:cNvSpPr>
          <p:nvPr userDrawn="1"/>
        </p:nvSpPr>
        <p:spPr bwMode="auto">
          <a:xfrm>
            <a:off x="4752471" y="2515798"/>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17" name="文本占位符 28"/>
          <p:cNvSpPr>
            <a:spLocks noGrp="1"/>
          </p:cNvSpPr>
          <p:nvPr>
            <p:ph type="body" sz="quarter" idx="10" hasCustomPrompt="1"/>
          </p:nvPr>
        </p:nvSpPr>
        <p:spPr>
          <a:xfrm>
            <a:off x="4434251" y="1412556"/>
            <a:ext cx="3318777" cy="481012"/>
          </a:xfrm>
        </p:spPr>
        <p:txBody>
          <a:bodyPr>
            <a:normAutofit/>
          </a:bodyPr>
          <a:lstStyle>
            <a:lvl1pPr marL="0" indent="0" algn="ctr">
              <a:buNone/>
              <a:defRPr sz="2600" b="1">
                <a:solidFill>
                  <a:srgbClr val="1B4497"/>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请输入标题文字</a:t>
            </a:r>
            <a:endParaRPr kumimoji="1" lang="zh-CN" altLang="en-US" dirty="0"/>
          </a:p>
        </p:txBody>
      </p:sp>
      <p:sp>
        <p:nvSpPr>
          <p:cNvPr id="18" name="文本占位符 31"/>
          <p:cNvSpPr>
            <a:spLocks noGrp="1"/>
          </p:cNvSpPr>
          <p:nvPr>
            <p:ph type="body" sz="quarter" idx="11" hasCustomPrompt="1"/>
          </p:nvPr>
        </p:nvSpPr>
        <p:spPr>
          <a:xfrm>
            <a:off x="1085790" y="2370877"/>
            <a:ext cx="3511299" cy="473075"/>
          </a:xfrm>
        </p:spPr>
        <p:txBody>
          <a:bodyPr>
            <a:normAutofit/>
          </a:bodyPr>
          <a:lstStyle>
            <a:lvl1pPr marL="0" indent="0" algn="r">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19" name="文本占位符 34"/>
          <p:cNvSpPr>
            <a:spLocks noGrp="1"/>
          </p:cNvSpPr>
          <p:nvPr>
            <p:ph type="body" sz="quarter" idx="12" hasCustomPrompt="1"/>
          </p:nvPr>
        </p:nvSpPr>
        <p:spPr>
          <a:xfrm>
            <a:off x="928253" y="2702050"/>
            <a:ext cx="3663950" cy="1338934"/>
          </a:xfrm>
        </p:spPr>
        <p:txBody>
          <a:bodyPr>
            <a:normAutofit/>
          </a:bodyPr>
          <a:lstStyle>
            <a:lvl1pPr marL="0" indent="0" algn="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a:t>
            </a:r>
            <a:endParaRPr kumimoji="1" lang="zh-CN" altLang="en-US" dirty="0"/>
          </a:p>
        </p:txBody>
      </p:sp>
      <p:sp>
        <p:nvSpPr>
          <p:cNvPr id="20" name="文本占位符 31"/>
          <p:cNvSpPr>
            <a:spLocks noGrp="1"/>
          </p:cNvSpPr>
          <p:nvPr>
            <p:ph type="body" sz="quarter" idx="13" hasCustomPrompt="1"/>
          </p:nvPr>
        </p:nvSpPr>
        <p:spPr>
          <a:xfrm>
            <a:off x="1085790" y="4035512"/>
            <a:ext cx="3511299" cy="473075"/>
          </a:xfrm>
        </p:spPr>
        <p:txBody>
          <a:bodyPr>
            <a:normAutofit/>
          </a:bodyPr>
          <a:lstStyle>
            <a:lvl1pPr marL="0" indent="0" algn="r">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21" name="文本占位符 34"/>
          <p:cNvSpPr>
            <a:spLocks noGrp="1"/>
          </p:cNvSpPr>
          <p:nvPr>
            <p:ph type="body" sz="quarter" idx="14" hasCustomPrompt="1"/>
          </p:nvPr>
        </p:nvSpPr>
        <p:spPr>
          <a:xfrm>
            <a:off x="925521" y="4365722"/>
            <a:ext cx="3663950" cy="1338934"/>
          </a:xfrm>
        </p:spPr>
        <p:txBody>
          <a:bodyPr>
            <a:normAutofit/>
          </a:bodyPr>
          <a:lstStyle>
            <a:lvl1pPr marL="0" indent="0" algn="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a:t>
            </a:r>
            <a:endParaRPr kumimoji="1" lang="zh-CN" altLang="en-US" dirty="0"/>
          </a:p>
        </p:txBody>
      </p:sp>
      <p:sp>
        <p:nvSpPr>
          <p:cNvPr id="22" name="文本占位符 31"/>
          <p:cNvSpPr>
            <a:spLocks noGrp="1"/>
          </p:cNvSpPr>
          <p:nvPr>
            <p:ph type="body" sz="quarter" idx="15" hasCustomPrompt="1"/>
          </p:nvPr>
        </p:nvSpPr>
        <p:spPr>
          <a:xfrm>
            <a:off x="7599797" y="2360112"/>
            <a:ext cx="3511299" cy="473075"/>
          </a:xfrm>
        </p:spPr>
        <p:txBody>
          <a:bodyPr>
            <a:normAutofit/>
          </a:bodyPr>
          <a:lstStyle>
            <a:lvl1pPr marL="0" indent="0" algn="l">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23" name="文本占位符 34"/>
          <p:cNvSpPr>
            <a:spLocks noGrp="1"/>
          </p:cNvSpPr>
          <p:nvPr>
            <p:ph type="body" sz="quarter" idx="16" hasCustomPrompt="1"/>
          </p:nvPr>
        </p:nvSpPr>
        <p:spPr>
          <a:xfrm>
            <a:off x="7599796" y="2680272"/>
            <a:ext cx="3663950" cy="1338934"/>
          </a:xfrm>
        </p:spPr>
        <p:txBody>
          <a:bodyPr>
            <a:normAutofit/>
          </a:bodyPr>
          <a:lstStyle>
            <a:lvl1pPr marL="0" indent="0" algn="l">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a:t>
            </a:r>
            <a:endParaRPr kumimoji="1" lang="zh-CN" altLang="en-US" dirty="0"/>
          </a:p>
        </p:txBody>
      </p:sp>
      <p:sp>
        <p:nvSpPr>
          <p:cNvPr id="24" name="文本占位符 31"/>
          <p:cNvSpPr>
            <a:spLocks noGrp="1"/>
          </p:cNvSpPr>
          <p:nvPr>
            <p:ph type="body" sz="quarter" idx="17" hasCustomPrompt="1"/>
          </p:nvPr>
        </p:nvSpPr>
        <p:spPr>
          <a:xfrm>
            <a:off x="7599796" y="4043492"/>
            <a:ext cx="3511299" cy="473075"/>
          </a:xfrm>
        </p:spPr>
        <p:txBody>
          <a:bodyPr>
            <a:normAutofit/>
          </a:bodyPr>
          <a:lstStyle>
            <a:lvl1pPr marL="0" indent="0" algn="l">
              <a:buNone/>
              <a:defRPr sz="1600" b="1">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a:t>
            </a:r>
            <a:endParaRPr kumimoji="1" lang="zh-CN" altLang="en-US" dirty="0"/>
          </a:p>
        </p:txBody>
      </p:sp>
      <p:sp>
        <p:nvSpPr>
          <p:cNvPr id="25" name="文本占位符 34"/>
          <p:cNvSpPr>
            <a:spLocks noGrp="1"/>
          </p:cNvSpPr>
          <p:nvPr>
            <p:ph type="body" sz="quarter" idx="18" hasCustomPrompt="1"/>
          </p:nvPr>
        </p:nvSpPr>
        <p:spPr>
          <a:xfrm>
            <a:off x="7607416" y="4371601"/>
            <a:ext cx="3663950" cy="1338934"/>
          </a:xfrm>
        </p:spPr>
        <p:txBody>
          <a:bodyPr>
            <a:normAutofit/>
          </a:bodyPr>
          <a:lstStyle>
            <a:lvl1pPr marL="0" indent="0" algn="l">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请输入您需要的文字请输入您需要的文字请输入您需要的文字请输入您需要的文字</a:t>
            </a:r>
            <a:endParaRPr kumimoji="1" lang="zh-CN" altLang="en-US" dirty="0"/>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27" name="图片占位符 39"/>
          <p:cNvSpPr>
            <a:spLocks noGrp="1"/>
          </p:cNvSpPr>
          <p:nvPr>
            <p:ph type="pic" sz="quarter" idx="21" hasCustomPrompt="1"/>
          </p:nvPr>
        </p:nvSpPr>
        <p:spPr>
          <a:xfrm>
            <a:off x="4866404" y="2686370"/>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28" name="图片占位符 39"/>
          <p:cNvSpPr>
            <a:spLocks noGrp="1"/>
          </p:cNvSpPr>
          <p:nvPr>
            <p:ph type="pic" sz="quarter" idx="22" hasCustomPrompt="1"/>
          </p:nvPr>
        </p:nvSpPr>
        <p:spPr>
          <a:xfrm>
            <a:off x="4866404" y="4365722"/>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29" name="图片占位符 39"/>
          <p:cNvSpPr>
            <a:spLocks noGrp="1"/>
          </p:cNvSpPr>
          <p:nvPr>
            <p:ph type="pic" sz="quarter" idx="23" hasCustomPrompt="1"/>
          </p:nvPr>
        </p:nvSpPr>
        <p:spPr>
          <a:xfrm>
            <a:off x="6658052" y="4365722"/>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1" name="图片占位符 39"/>
          <p:cNvSpPr>
            <a:spLocks noGrp="1"/>
          </p:cNvSpPr>
          <p:nvPr>
            <p:ph type="pic" sz="quarter" idx="24" hasCustomPrompt="1"/>
          </p:nvPr>
        </p:nvSpPr>
        <p:spPr>
          <a:xfrm>
            <a:off x="6658052" y="2686370"/>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cxnSp>
        <p:nvCxnSpPr>
          <p:cNvPr id="7" name="直线连接符 6"/>
          <p:cNvCxnSpPr/>
          <p:nvPr userDrawn="1"/>
        </p:nvCxnSpPr>
        <p:spPr>
          <a:xfrm flipH="1" flipV="1">
            <a:off x="2687328" y="3042743"/>
            <a:ext cx="2546016" cy="1141028"/>
          </a:xfrm>
          <a:prstGeom prst="line">
            <a:avLst/>
          </a:prstGeom>
          <a:ln w="254000">
            <a:solidFill>
              <a:srgbClr val="607695">
                <a:alpha val="58000"/>
              </a:srgbClr>
            </a:solidFill>
          </a:ln>
        </p:spPr>
        <p:style>
          <a:lnRef idx="1">
            <a:schemeClr val="accent1"/>
          </a:lnRef>
          <a:fillRef idx="0">
            <a:schemeClr val="accent1"/>
          </a:fillRef>
          <a:effectRef idx="0">
            <a:schemeClr val="accent1"/>
          </a:effectRef>
          <a:fontRef idx="minor">
            <a:schemeClr val="tx1"/>
          </a:fontRef>
        </p:style>
      </p:cxnSp>
      <p:cxnSp>
        <p:nvCxnSpPr>
          <p:cNvPr id="8" name="直线连接符 7"/>
          <p:cNvCxnSpPr/>
          <p:nvPr userDrawn="1"/>
        </p:nvCxnSpPr>
        <p:spPr>
          <a:xfrm flipH="1" flipV="1">
            <a:off x="7621569" y="3042743"/>
            <a:ext cx="2546016" cy="1141028"/>
          </a:xfrm>
          <a:prstGeom prst="line">
            <a:avLst/>
          </a:prstGeom>
          <a:ln w="254000">
            <a:solidFill>
              <a:srgbClr val="607695">
                <a:alpha val="58000"/>
              </a:srgbClr>
            </a:solidFill>
          </a:ln>
        </p:spPr>
        <p:style>
          <a:lnRef idx="1">
            <a:schemeClr val="accent1"/>
          </a:lnRef>
          <a:fillRef idx="0">
            <a:schemeClr val="accent1"/>
          </a:fillRef>
          <a:effectRef idx="0">
            <a:schemeClr val="accent1"/>
          </a:effectRef>
          <a:fontRef idx="minor">
            <a:schemeClr val="tx1"/>
          </a:fontRef>
        </p:style>
      </p:cxnSp>
      <p:cxnSp>
        <p:nvCxnSpPr>
          <p:cNvPr id="9" name="直线连接符 8"/>
          <p:cNvCxnSpPr/>
          <p:nvPr userDrawn="1"/>
        </p:nvCxnSpPr>
        <p:spPr>
          <a:xfrm flipV="1">
            <a:off x="5105508" y="3042743"/>
            <a:ext cx="2546016" cy="1141028"/>
          </a:xfrm>
          <a:prstGeom prst="line">
            <a:avLst/>
          </a:prstGeom>
          <a:ln w="254000">
            <a:solidFill>
              <a:srgbClr val="607695">
                <a:alpha val="58000"/>
              </a:srgbClr>
            </a:solidFill>
          </a:ln>
        </p:spPr>
        <p:style>
          <a:lnRef idx="1">
            <a:schemeClr val="accent1"/>
          </a:lnRef>
          <a:fillRef idx="0">
            <a:schemeClr val="accent1"/>
          </a:fillRef>
          <a:effectRef idx="0">
            <a:schemeClr val="accent1"/>
          </a:effectRef>
          <a:fontRef idx="minor">
            <a:schemeClr val="tx1"/>
          </a:fontRef>
        </p:style>
      </p:cxnSp>
      <p:cxnSp>
        <p:nvCxnSpPr>
          <p:cNvPr id="10" name="直线连接符 16"/>
          <p:cNvCxnSpPr/>
          <p:nvPr userDrawn="1"/>
        </p:nvCxnSpPr>
        <p:spPr>
          <a:xfrm>
            <a:off x="2687328" y="3042743"/>
            <a:ext cx="0" cy="1455658"/>
          </a:xfrm>
          <a:prstGeom prst="line">
            <a:avLst/>
          </a:prstGeom>
          <a:ln w="19050">
            <a:solidFill>
              <a:srgbClr val="607695"/>
            </a:solidFill>
          </a:ln>
        </p:spPr>
        <p:style>
          <a:lnRef idx="1">
            <a:schemeClr val="accent1"/>
          </a:lnRef>
          <a:fillRef idx="0">
            <a:schemeClr val="accent1"/>
          </a:fillRef>
          <a:effectRef idx="0">
            <a:schemeClr val="accent1"/>
          </a:effectRef>
          <a:fontRef idx="minor">
            <a:schemeClr val="tx1"/>
          </a:fontRef>
        </p:style>
      </p:cxnSp>
      <p:sp>
        <p:nvSpPr>
          <p:cNvPr id="11" name="椭圆 11"/>
          <p:cNvSpPr>
            <a:spLocks noChangeArrowheads="1"/>
          </p:cNvSpPr>
          <p:nvPr userDrawn="1"/>
        </p:nvSpPr>
        <p:spPr bwMode="auto">
          <a:xfrm>
            <a:off x="2241712" y="2614974"/>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cxnSp>
        <p:nvCxnSpPr>
          <p:cNvPr id="12" name="直线连接符 18"/>
          <p:cNvCxnSpPr/>
          <p:nvPr userDrawn="1"/>
        </p:nvCxnSpPr>
        <p:spPr>
          <a:xfrm>
            <a:off x="7651524" y="3042743"/>
            <a:ext cx="0" cy="1455658"/>
          </a:xfrm>
          <a:prstGeom prst="line">
            <a:avLst/>
          </a:prstGeom>
          <a:ln w="19050">
            <a:solidFill>
              <a:srgbClr val="607695"/>
            </a:solidFill>
          </a:ln>
        </p:spPr>
        <p:style>
          <a:lnRef idx="1">
            <a:schemeClr val="accent1"/>
          </a:lnRef>
          <a:fillRef idx="0">
            <a:schemeClr val="accent1"/>
          </a:fillRef>
          <a:effectRef idx="0">
            <a:schemeClr val="accent1"/>
          </a:effectRef>
          <a:fontRef idx="minor">
            <a:schemeClr val="tx1"/>
          </a:fontRef>
        </p:style>
      </p:cxnSp>
      <p:sp>
        <p:nvSpPr>
          <p:cNvPr id="13" name="椭圆 11"/>
          <p:cNvSpPr>
            <a:spLocks noChangeArrowheads="1"/>
          </p:cNvSpPr>
          <p:nvPr userDrawn="1"/>
        </p:nvSpPr>
        <p:spPr bwMode="auto">
          <a:xfrm>
            <a:off x="7211912" y="2614974"/>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cxnSp>
        <p:nvCxnSpPr>
          <p:cNvPr id="14" name="直线连接符 20"/>
          <p:cNvCxnSpPr/>
          <p:nvPr userDrawn="1"/>
        </p:nvCxnSpPr>
        <p:spPr>
          <a:xfrm>
            <a:off x="5172427" y="2728113"/>
            <a:ext cx="0" cy="1455658"/>
          </a:xfrm>
          <a:prstGeom prst="line">
            <a:avLst/>
          </a:prstGeom>
          <a:ln w="19050">
            <a:solidFill>
              <a:srgbClr val="607695"/>
            </a:solidFill>
          </a:ln>
        </p:spPr>
        <p:style>
          <a:lnRef idx="1">
            <a:schemeClr val="accent1"/>
          </a:lnRef>
          <a:fillRef idx="0">
            <a:schemeClr val="accent1"/>
          </a:fillRef>
          <a:effectRef idx="0">
            <a:schemeClr val="accent1"/>
          </a:effectRef>
          <a:fontRef idx="minor">
            <a:schemeClr val="tx1"/>
          </a:fontRef>
        </p:style>
      </p:cxnSp>
      <p:cxnSp>
        <p:nvCxnSpPr>
          <p:cNvPr id="15" name="直线连接符 21"/>
          <p:cNvCxnSpPr/>
          <p:nvPr userDrawn="1"/>
        </p:nvCxnSpPr>
        <p:spPr>
          <a:xfrm>
            <a:off x="10136623" y="2728113"/>
            <a:ext cx="0" cy="1455658"/>
          </a:xfrm>
          <a:prstGeom prst="line">
            <a:avLst/>
          </a:prstGeom>
          <a:ln w="19050">
            <a:solidFill>
              <a:srgbClr val="607695"/>
            </a:solidFill>
          </a:ln>
        </p:spPr>
        <p:style>
          <a:lnRef idx="1">
            <a:schemeClr val="accent1"/>
          </a:lnRef>
          <a:fillRef idx="0">
            <a:schemeClr val="accent1"/>
          </a:fillRef>
          <a:effectRef idx="0">
            <a:schemeClr val="accent1"/>
          </a:effectRef>
          <a:fontRef idx="minor">
            <a:schemeClr val="tx1"/>
          </a:fontRef>
        </p:style>
      </p:cxnSp>
      <p:sp>
        <p:nvSpPr>
          <p:cNvPr id="16" name="椭圆 15"/>
          <p:cNvSpPr>
            <a:spLocks noChangeArrowheads="1"/>
          </p:cNvSpPr>
          <p:nvPr userDrawn="1"/>
        </p:nvSpPr>
        <p:spPr bwMode="auto">
          <a:xfrm>
            <a:off x="4726812" y="3762351"/>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17" name="椭圆 16"/>
          <p:cNvSpPr>
            <a:spLocks noChangeArrowheads="1"/>
          </p:cNvSpPr>
          <p:nvPr userDrawn="1"/>
        </p:nvSpPr>
        <p:spPr bwMode="auto">
          <a:xfrm>
            <a:off x="9697012" y="3762351"/>
            <a:ext cx="891231" cy="876275"/>
          </a:xfrm>
          <a:prstGeom prst="ellipse">
            <a:avLst/>
          </a:prstGeom>
          <a:solidFill>
            <a:srgbClr val="184199"/>
          </a:solidFill>
          <a:ln>
            <a:noFill/>
          </a:ln>
        </p:spPr>
        <p:txBody>
          <a:bodyPr lIns="68580" tIns="34290" rIns="68580" bIns="34290" anchor="ctr"/>
          <a:lstStyle/>
          <a:p>
            <a:pPr algn="ctr"/>
            <a:endParaRPr lang="zh-CN" altLang="en-US">
              <a:solidFill>
                <a:srgbClr val="FFFFFF"/>
              </a:solidFill>
            </a:endParaRPr>
          </a:p>
        </p:txBody>
      </p:sp>
      <p:sp>
        <p:nvSpPr>
          <p:cNvPr id="23" name="文本占位符 104"/>
          <p:cNvSpPr>
            <a:spLocks noGrp="1"/>
          </p:cNvSpPr>
          <p:nvPr>
            <p:ph type="body" sz="quarter" idx="10" hasCustomPrompt="1"/>
          </p:nvPr>
        </p:nvSpPr>
        <p:spPr>
          <a:xfrm>
            <a:off x="1058787" y="1176320"/>
            <a:ext cx="3195203" cy="461963"/>
          </a:xfrm>
        </p:spPr>
        <p:txBody>
          <a:bodyPr>
            <a:normAutofit/>
          </a:bodyPr>
          <a:lstStyle>
            <a:lvl1pPr marL="0" indent="0">
              <a:buNone/>
              <a:defRPr sz="2600" b="1">
                <a:solidFill>
                  <a:srgbClr val="1B4497"/>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请输入标题文字</a:t>
            </a:r>
            <a:endParaRPr kumimoji="1" lang="zh-CN" altLang="en-US" dirty="0"/>
          </a:p>
        </p:txBody>
      </p:sp>
      <p:sp>
        <p:nvSpPr>
          <p:cNvPr id="24" name="文本占位符 107"/>
          <p:cNvSpPr>
            <a:spLocks noGrp="1"/>
          </p:cNvSpPr>
          <p:nvPr>
            <p:ph type="body" sz="quarter" idx="11" hasCustomPrompt="1"/>
          </p:nvPr>
        </p:nvSpPr>
        <p:spPr>
          <a:xfrm>
            <a:off x="1520331" y="4933049"/>
            <a:ext cx="2233613" cy="317500"/>
          </a:xfrm>
        </p:spPr>
        <p:txBody>
          <a:bodyPr>
            <a:normAutofit/>
          </a:bodyPr>
          <a:lstStyle>
            <a:lvl1pPr marL="0" indent="0" algn="ct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5" name="文本占位符 113"/>
          <p:cNvSpPr>
            <a:spLocks noGrp="1"/>
          </p:cNvSpPr>
          <p:nvPr>
            <p:ph type="body" sz="quarter" idx="12" hasCustomPrompt="1"/>
          </p:nvPr>
        </p:nvSpPr>
        <p:spPr>
          <a:xfrm>
            <a:off x="1433700" y="5247679"/>
            <a:ext cx="2416494" cy="784225"/>
          </a:xfrm>
        </p:spPr>
        <p:txBody>
          <a:bodyPr>
            <a:normAutofit/>
          </a:bodyPr>
          <a:lstStyle>
            <a:lvl1pPr marL="0" indent="0" algn="ct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6" name="文本占位符 107"/>
          <p:cNvSpPr>
            <a:spLocks noGrp="1"/>
          </p:cNvSpPr>
          <p:nvPr>
            <p:ph type="body" sz="quarter" idx="13" hasCustomPrompt="1"/>
          </p:nvPr>
        </p:nvSpPr>
        <p:spPr>
          <a:xfrm>
            <a:off x="4104856" y="1729201"/>
            <a:ext cx="2233613" cy="317500"/>
          </a:xfrm>
        </p:spPr>
        <p:txBody>
          <a:bodyPr>
            <a:normAutofit/>
          </a:bodyPr>
          <a:lstStyle>
            <a:lvl1pPr marL="0" indent="0" algn="ct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7" name="文本占位符 113"/>
          <p:cNvSpPr>
            <a:spLocks noGrp="1"/>
          </p:cNvSpPr>
          <p:nvPr>
            <p:ph type="body" sz="quarter" idx="14" hasCustomPrompt="1"/>
          </p:nvPr>
        </p:nvSpPr>
        <p:spPr>
          <a:xfrm>
            <a:off x="4010396" y="2038094"/>
            <a:ext cx="2416494" cy="784225"/>
          </a:xfrm>
        </p:spPr>
        <p:txBody>
          <a:bodyPr>
            <a:normAutofit/>
          </a:bodyPr>
          <a:lstStyle>
            <a:lvl1pPr marL="0" indent="0" algn="ct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8" name="文本占位符 113"/>
          <p:cNvSpPr>
            <a:spLocks noGrp="1"/>
          </p:cNvSpPr>
          <p:nvPr>
            <p:ph type="body" sz="quarter" idx="16" hasCustomPrompt="1"/>
          </p:nvPr>
        </p:nvSpPr>
        <p:spPr>
          <a:xfrm>
            <a:off x="6404854" y="5240924"/>
            <a:ext cx="2416494" cy="784225"/>
          </a:xfrm>
        </p:spPr>
        <p:txBody>
          <a:bodyPr>
            <a:normAutofit/>
          </a:bodyPr>
          <a:lstStyle>
            <a:lvl1pPr marL="0" indent="0" algn="ct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9" name="文本占位符 107"/>
          <p:cNvSpPr>
            <a:spLocks noGrp="1"/>
          </p:cNvSpPr>
          <p:nvPr>
            <p:ph type="body" sz="quarter" idx="15" hasCustomPrompt="1"/>
          </p:nvPr>
        </p:nvSpPr>
        <p:spPr>
          <a:xfrm>
            <a:off x="6495137" y="4933049"/>
            <a:ext cx="2233613" cy="317500"/>
          </a:xfrm>
        </p:spPr>
        <p:txBody>
          <a:bodyPr>
            <a:normAutofit/>
          </a:bodyPr>
          <a:lstStyle>
            <a:lvl1pPr marL="0" indent="0" algn="ct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30" name="文本占位符 107"/>
          <p:cNvSpPr>
            <a:spLocks noGrp="1"/>
          </p:cNvSpPr>
          <p:nvPr>
            <p:ph type="body" sz="quarter" idx="17" hasCustomPrompt="1"/>
          </p:nvPr>
        </p:nvSpPr>
        <p:spPr>
          <a:xfrm>
            <a:off x="9076008" y="1726441"/>
            <a:ext cx="2233613" cy="317500"/>
          </a:xfrm>
        </p:spPr>
        <p:txBody>
          <a:bodyPr>
            <a:normAutofit/>
          </a:bodyPr>
          <a:lstStyle>
            <a:lvl1pPr marL="0" indent="0" algn="ct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31" name="文本占位符 113"/>
          <p:cNvSpPr>
            <a:spLocks noGrp="1"/>
          </p:cNvSpPr>
          <p:nvPr>
            <p:ph type="body" sz="quarter" idx="18" hasCustomPrompt="1"/>
          </p:nvPr>
        </p:nvSpPr>
        <p:spPr>
          <a:xfrm>
            <a:off x="8981548" y="2034206"/>
            <a:ext cx="2416494" cy="784225"/>
          </a:xfrm>
        </p:spPr>
        <p:txBody>
          <a:bodyPr>
            <a:normAutofit/>
          </a:bodyPr>
          <a:lstStyle>
            <a:lvl1pPr marL="0" indent="0" algn="ct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pic>
        <p:nvPicPr>
          <p:cNvPr id="32" name="图片 3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33" name="图片占位符 39"/>
          <p:cNvSpPr>
            <a:spLocks noGrp="1"/>
          </p:cNvSpPr>
          <p:nvPr>
            <p:ph type="pic" sz="quarter" idx="21" hasCustomPrompt="1"/>
          </p:nvPr>
        </p:nvSpPr>
        <p:spPr>
          <a:xfrm>
            <a:off x="2344039" y="2777273"/>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5" name="图片占位符 39"/>
          <p:cNvSpPr>
            <a:spLocks noGrp="1"/>
          </p:cNvSpPr>
          <p:nvPr>
            <p:ph type="pic" sz="quarter" idx="22" hasCustomPrompt="1"/>
          </p:nvPr>
        </p:nvSpPr>
        <p:spPr>
          <a:xfrm>
            <a:off x="4829138" y="3902621"/>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6" name="图片占位符 39"/>
          <p:cNvSpPr>
            <a:spLocks noGrp="1"/>
          </p:cNvSpPr>
          <p:nvPr>
            <p:ph type="pic" sz="quarter" idx="23" hasCustomPrompt="1"/>
          </p:nvPr>
        </p:nvSpPr>
        <p:spPr>
          <a:xfrm>
            <a:off x="7319216" y="2761593"/>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7" name="图片占位符 39"/>
          <p:cNvSpPr>
            <a:spLocks noGrp="1"/>
          </p:cNvSpPr>
          <p:nvPr>
            <p:ph type="pic" sz="quarter" idx="24" hasCustomPrompt="1"/>
          </p:nvPr>
        </p:nvSpPr>
        <p:spPr>
          <a:xfrm>
            <a:off x="9824296" y="3902621"/>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7" name="六边形 6"/>
          <p:cNvSpPr/>
          <p:nvPr userDrawn="1"/>
        </p:nvSpPr>
        <p:spPr>
          <a:xfrm rot="5400000">
            <a:off x="4877776" y="2093243"/>
            <a:ext cx="1280027" cy="1103473"/>
          </a:xfrm>
          <a:prstGeom prst="hexag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4268715" y="3139392"/>
            <a:ext cx="1280027" cy="1103473"/>
          </a:xfrm>
          <a:prstGeom prst="hexag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六边形 8"/>
          <p:cNvSpPr/>
          <p:nvPr userDrawn="1"/>
        </p:nvSpPr>
        <p:spPr>
          <a:xfrm rot="5400000">
            <a:off x="4877776" y="4185541"/>
            <a:ext cx="1280027" cy="1103473"/>
          </a:xfrm>
          <a:prstGeom prst="hexag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六边形 9"/>
          <p:cNvSpPr/>
          <p:nvPr userDrawn="1"/>
        </p:nvSpPr>
        <p:spPr>
          <a:xfrm rot="16200000" flipH="1">
            <a:off x="6034198" y="2093244"/>
            <a:ext cx="1280027" cy="1103473"/>
          </a:xfrm>
          <a:prstGeom prst="hexag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16200000" flipH="1">
            <a:off x="6643259" y="3139393"/>
            <a:ext cx="1280027" cy="1103473"/>
          </a:xfrm>
          <a:prstGeom prst="hexag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六边形 11"/>
          <p:cNvSpPr/>
          <p:nvPr userDrawn="1"/>
        </p:nvSpPr>
        <p:spPr>
          <a:xfrm rot="16200000" flipH="1">
            <a:off x="6034198" y="4185542"/>
            <a:ext cx="1280027" cy="1103473"/>
          </a:xfrm>
          <a:prstGeom prst="hexagon">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占位符 119"/>
          <p:cNvSpPr>
            <a:spLocks noGrp="1"/>
          </p:cNvSpPr>
          <p:nvPr>
            <p:ph type="body" sz="quarter" idx="10" hasCustomPrompt="1"/>
          </p:nvPr>
        </p:nvSpPr>
        <p:spPr>
          <a:xfrm>
            <a:off x="2321566" y="2346608"/>
            <a:ext cx="2432050" cy="434975"/>
          </a:xfrm>
        </p:spPr>
        <p:txBody>
          <a:bodyPr>
            <a:normAutofit/>
          </a:bodyPr>
          <a:lstStyle>
            <a:lvl1pPr marL="0" indent="0" algn="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1" name="文本占位符 122"/>
          <p:cNvSpPr>
            <a:spLocks noGrp="1"/>
          </p:cNvSpPr>
          <p:nvPr>
            <p:ph type="body" sz="quarter" idx="11" hasCustomPrompt="1"/>
          </p:nvPr>
        </p:nvSpPr>
        <p:spPr>
          <a:xfrm>
            <a:off x="1280160" y="2655976"/>
            <a:ext cx="3473456" cy="338137"/>
          </a:xfrm>
        </p:spPr>
        <p:txBody>
          <a:bodyPr>
            <a:noAutofit/>
          </a:bodyPr>
          <a:lstStyle>
            <a:lvl1pPr marL="0" indent="0" algn="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2" name="文本占位符 119"/>
          <p:cNvSpPr>
            <a:spLocks noGrp="1"/>
          </p:cNvSpPr>
          <p:nvPr>
            <p:ph type="body" sz="quarter" idx="12" hasCustomPrompt="1"/>
          </p:nvPr>
        </p:nvSpPr>
        <p:spPr>
          <a:xfrm>
            <a:off x="1710819" y="3395683"/>
            <a:ext cx="2432050" cy="434975"/>
          </a:xfrm>
        </p:spPr>
        <p:txBody>
          <a:bodyPr>
            <a:normAutofit/>
          </a:bodyPr>
          <a:lstStyle>
            <a:lvl1pPr marL="0" indent="0" algn="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3" name="文本占位符 122"/>
          <p:cNvSpPr>
            <a:spLocks noGrp="1"/>
          </p:cNvSpPr>
          <p:nvPr>
            <p:ph type="body" sz="quarter" idx="13" hasCustomPrompt="1"/>
          </p:nvPr>
        </p:nvSpPr>
        <p:spPr>
          <a:xfrm>
            <a:off x="550540" y="3696265"/>
            <a:ext cx="3592329" cy="338137"/>
          </a:xfrm>
        </p:spPr>
        <p:txBody>
          <a:bodyPr>
            <a:noAutofit/>
          </a:bodyPr>
          <a:lstStyle>
            <a:lvl1pPr marL="0" indent="0" algn="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4" name="文本占位符 119"/>
          <p:cNvSpPr>
            <a:spLocks noGrp="1"/>
          </p:cNvSpPr>
          <p:nvPr>
            <p:ph type="body" sz="quarter" idx="14" hasCustomPrompt="1"/>
          </p:nvPr>
        </p:nvSpPr>
        <p:spPr>
          <a:xfrm>
            <a:off x="2321565" y="4444504"/>
            <a:ext cx="2432050" cy="434975"/>
          </a:xfrm>
        </p:spPr>
        <p:txBody>
          <a:bodyPr>
            <a:normAutofit/>
          </a:bodyPr>
          <a:lstStyle>
            <a:lvl1pPr marL="0" indent="0" algn="r">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5" name="文本占位符 122"/>
          <p:cNvSpPr>
            <a:spLocks noGrp="1"/>
          </p:cNvSpPr>
          <p:nvPr>
            <p:ph type="body" sz="quarter" idx="15" hasCustomPrompt="1"/>
          </p:nvPr>
        </p:nvSpPr>
        <p:spPr>
          <a:xfrm>
            <a:off x="1149929" y="4732799"/>
            <a:ext cx="3592329" cy="338137"/>
          </a:xfrm>
        </p:spPr>
        <p:txBody>
          <a:bodyPr>
            <a:noAutofit/>
          </a:bodyPr>
          <a:lstStyle>
            <a:lvl1pPr marL="0" indent="0" algn="r">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6" name="文本占位符 119"/>
          <p:cNvSpPr>
            <a:spLocks noGrp="1"/>
          </p:cNvSpPr>
          <p:nvPr>
            <p:ph type="body" sz="quarter" idx="16" hasCustomPrompt="1"/>
          </p:nvPr>
        </p:nvSpPr>
        <p:spPr>
          <a:xfrm>
            <a:off x="7438384" y="2357375"/>
            <a:ext cx="2432050" cy="434975"/>
          </a:xfrm>
        </p:spPr>
        <p:txBody>
          <a:bodyPr>
            <a:normAutofit/>
          </a:bodyPr>
          <a:lstStyle>
            <a:lvl1pPr marL="0" indent="0" algn="l">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7" name="文本占位符 122"/>
          <p:cNvSpPr>
            <a:spLocks noGrp="1"/>
          </p:cNvSpPr>
          <p:nvPr>
            <p:ph type="body" sz="quarter" idx="17" hasCustomPrompt="1"/>
          </p:nvPr>
        </p:nvSpPr>
        <p:spPr>
          <a:xfrm>
            <a:off x="7438383" y="2654997"/>
            <a:ext cx="3473456" cy="338137"/>
          </a:xfrm>
        </p:spPr>
        <p:txBody>
          <a:bodyPr>
            <a:noAutofit/>
          </a:bodyPr>
          <a:lstStyle>
            <a:lvl1pPr marL="0" indent="0" algn="l">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28" name="文本占位符 119"/>
          <p:cNvSpPr>
            <a:spLocks noGrp="1"/>
          </p:cNvSpPr>
          <p:nvPr>
            <p:ph type="body" sz="quarter" idx="18" hasCustomPrompt="1"/>
          </p:nvPr>
        </p:nvSpPr>
        <p:spPr>
          <a:xfrm>
            <a:off x="8049138" y="3395682"/>
            <a:ext cx="2432050" cy="434975"/>
          </a:xfrm>
        </p:spPr>
        <p:txBody>
          <a:bodyPr>
            <a:normAutofit/>
          </a:bodyPr>
          <a:lstStyle>
            <a:lvl1pPr marL="0" indent="0" algn="l">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29" name="文本占位符 122"/>
          <p:cNvSpPr>
            <a:spLocks noGrp="1"/>
          </p:cNvSpPr>
          <p:nvPr>
            <p:ph type="body" sz="quarter" idx="19" hasCustomPrompt="1"/>
          </p:nvPr>
        </p:nvSpPr>
        <p:spPr>
          <a:xfrm>
            <a:off x="8049746" y="3685519"/>
            <a:ext cx="3473456" cy="338137"/>
          </a:xfrm>
        </p:spPr>
        <p:txBody>
          <a:bodyPr>
            <a:noAutofit/>
          </a:bodyPr>
          <a:lstStyle>
            <a:lvl1pPr marL="0" indent="0" algn="l">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30" name="文本占位符 119"/>
          <p:cNvSpPr>
            <a:spLocks noGrp="1"/>
          </p:cNvSpPr>
          <p:nvPr>
            <p:ph type="body" sz="quarter" idx="20" hasCustomPrompt="1"/>
          </p:nvPr>
        </p:nvSpPr>
        <p:spPr>
          <a:xfrm>
            <a:off x="7438384" y="4434850"/>
            <a:ext cx="2432050" cy="434975"/>
          </a:xfrm>
        </p:spPr>
        <p:txBody>
          <a:bodyPr>
            <a:normAutofit/>
          </a:bodyPr>
          <a:lstStyle>
            <a:lvl1pPr marL="0" indent="0" algn="l">
              <a:buNone/>
              <a:defRPr sz="1600" b="1">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a:t>
            </a:r>
            <a:endParaRPr kumimoji="1" lang="zh-CN" altLang="en-US" dirty="0"/>
          </a:p>
        </p:txBody>
      </p:sp>
      <p:sp>
        <p:nvSpPr>
          <p:cNvPr id="31" name="文本占位符 122"/>
          <p:cNvSpPr>
            <a:spLocks noGrp="1"/>
          </p:cNvSpPr>
          <p:nvPr>
            <p:ph type="body" sz="quarter" idx="21" hasCustomPrompt="1"/>
          </p:nvPr>
        </p:nvSpPr>
        <p:spPr>
          <a:xfrm>
            <a:off x="7438383" y="4732712"/>
            <a:ext cx="3473456" cy="338137"/>
          </a:xfrm>
        </p:spPr>
        <p:txBody>
          <a:bodyPr>
            <a:noAutofit/>
          </a:bodyPr>
          <a:lstStyle>
            <a:lvl1pPr marL="0" indent="0" algn="l">
              <a:lnSpc>
                <a:spcPct val="150000"/>
              </a:lnSpc>
              <a:buNone/>
              <a:defRPr sz="1400">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请输入您需要的文字请输入您需要的文字</a:t>
            </a:r>
            <a:endParaRPr kumimoji="1" lang="zh-CN" altLang="en-US" dirty="0"/>
          </a:p>
        </p:txBody>
      </p:sp>
      <p:sp>
        <p:nvSpPr>
          <p:cNvPr id="32" name="文本占位符 145"/>
          <p:cNvSpPr>
            <a:spLocks noGrp="1"/>
          </p:cNvSpPr>
          <p:nvPr>
            <p:ph type="body" sz="quarter" idx="22" hasCustomPrompt="1"/>
          </p:nvPr>
        </p:nvSpPr>
        <p:spPr>
          <a:xfrm>
            <a:off x="4396581" y="1161897"/>
            <a:ext cx="3398837" cy="468313"/>
          </a:xfrm>
        </p:spPr>
        <p:txBody>
          <a:bodyPr>
            <a:normAutofit/>
          </a:bodyPr>
          <a:lstStyle>
            <a:lvl1pPr marL="0" indent="0" algn="ctr">
              <a:buNone/>
              <a:defRPr sz="2600" b="1">
                <a:solidFill>
                  <a:srgbClr val="1B4497"/>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请输入标题文字</a:t>
            </a:r>
            <a:endParaRPr kumimoji="1" lang="zh-CN" altLang="en-US" dirty="0"/>
          </a:p>
        </p:txBody>
      </p:sp>
      <p:pic>
        <p:nvPicPr>
          <p:cNvPr id="33" name="图片 3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35" name="图片占位符 39"/>
          <p:cNvSpPr>
            <a:spLocks noGrp="1"/>
          </p:cNvSpPr>
          <p:nvPr>
            <p:ph type="pic" sz="quarter" idx="23" hasCustomPrompt="1"/>
          </p:nvPr>
        </p:nvSpPr>
        <p:spPr>
          <a:xfrm>
            <a:off x="5172427" y="2329252"/>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6" name="图片占位符 39"/>
          <p:cNvSpPr>
            <a:spLocks noGrp="1"/>
          </p:cNvSpPr>
          <p:nvPr>
            <p:ph type="pic" sz="quarter" idx="24" hasCustomPrompt="1"/>
          </p:nvPr>
        </p:nvSpPr>
        <p:spPr>
          <a:xfrm>
            <a:off x="6341210" y="2329252"/>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7" name="图片占位符 39"/>
          <p:cNvSpPr>
            <a:spLocks noGrp="1"/>
          </p:cNvSpPr>
          <p:nvPr>
            <p:ph type="pic" sz="quarter" idx="25" hasCustomPrompt="1"/>
          </p:nvPr>
        </p:nvSpPr>
        <p:spPr>
          <a:xfrm>
            <a:off x="5172427" y="4451649"/>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8" name="图片占位符 39"/>
          <p:cNvSpPr>
            <a:spLocks noGrp="1"/>
          </p:cNvSpPr>
          <p:nvPr>
            <p:ph type="pic" sz="quarter" idx="26" hasCustomPrompt="1"/>
          </p:nvPr>
        </p:nvSpPr>
        <p:spPr>
          <a:xfrm>
            <a:off x="6341210" y="4451649"/>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39" name="图片占位符 39"/>
          <p:cNvSpPr>
            <a:spLocks noGrp="1"/>
          </p:cNvSpPr>
          <p:nvPr>
            <p:ph type="pic" sz="quarter" idx="27" hasCustomPrompt="1"/>
          </p:nvPr>
        </p:nvSpPr>
        <p:spPr>
          <a:xfrm>
            <a:off x="4560048" y="3404369"/>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
        <p:nvSpPr>
          <p:cNvPr id="40" name="图片占位符 39"/>
          <p:cNvSpPr>
            <a:spLocks noGrp="1"/>
          </p:cNvSpPr>
          <p:nvPr>
            <p:ph type="pic" sz="quarter" idx="28" hasCustomPrompt="1"/>
          </p:nvPr>
        </p:nvSpPr>
        <p:spPr>
          <a:xfrm>
            <a:off x="6945375" y="3404369"/>
            <a:ext cx="686578" cy="562300"/>
          </a:xfrm>
        </p:spPr>
        <p:txBody>
          <a:bodyPr>
            <a:noAutofit/>
          </a:bodyPr>
          <a:lstStyle>
            <a:lvl1pPr marL="0" indent="0">
              <a:buNone/>
              <a:defRPr sz="1600">
                <a:solidFill>
                  <a:srgbClr val="FFFFFF"/>
                </a:solidFill>
              </a:defRPr>
            </a:lvl1pPr>
          </a:lstStyle>
          <a:p>
            <a:r>
              <a:rPr kumimoji="1" lang="zh-CN" altLang="en-US" dirty="0"/>
              <a:t>图标</a:t>
            </a:r>
            <a:endParaRPr kumimoji="1"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7" name="三角形 1"/>
          <p:cNvSpPr/>
          <p:nvPr userDrawn="1"/>
        </p:nvSpPr>
        <p:spPr>
          <a:xfrm rot="5400000">
            <a:off x="11468665" y="2139760"/>
            <a:ext cx="570356" cy="172093"/>
          </a:xfrm>
          <a:prstGeom prst="triangle">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p:cNvSpPr/>
          <p:nvPr userDrawn="1"/>
        </p:nvSpPr>
        <p:spPr>
          <a:xfrm>
            <a:off x="352112" y="3653540"/>
            <a:ext cx="2828921" cy="570356"/>
          </a:xfrm>
          <a:prstGeom prst="rect">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p:cNvSpPr/>
          <p:nvPr userDrawn="1"/>
        </p:nvSpPr>
        <p:spPr>
          <a:xfrm>
            <a:off x="3181033" y="3083184"/>
            <a:ext cx="2828921" cy="570356"/>
          </a:xfrm>
          <a:prstGeom prst="rect">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p:cNvSpPr/>
          <p:nvPr userDrawn="1"/>
        </p:nvSpPr>
        <p:spPr>
          <a:xfrm>
            <a:off x="6009954" y="2512828"/>
            <a:ext cx="2828921" cy="570356"/>
          </a:xfrm>
          <a:prstGeom prst="rect">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p:cNvSpPr/>
          <p:nvPr userDrawn="1"/>
        </p:nvSpPr>
        <p:spPr>
          <a:xfrm>
            <a:off x="8838875" y="1942472"/>
            <a:ext cx="2828921" cy="570356"/>
          </a:xfrm>
          <a:prstGeom prst="rect">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占位符 28"/>
          <p:cNvSpPr>
            <a:spLocks noGrp="1"/>
          </p:cNvSpPr>
          <p:nvPr>
            <p:ph type="body" sz="quarter" idx="10" hasCustomPrompt="1"/>
          </p:nvPr>
        </p:nvSpPr>
        <p:spPr>
          <a:xfrm>
            <a:off x="1079704" y="1243908"/>
            <a:ext cx="4949500" cy="490538"/>
          </a:xfrm>
        </p:spPr>
        <p:txBody>
          <a:bodyPr>
            <a:normAutofit/>
          </a:bodyPr>
          <a:lstStyle>
            <a:lvl1pPr marL="0" indent="0">
              <a:buNone/>
              <a:defRPr sz="2600" b="1">
                <a:solidFill>
                  <a:srgbClr val="1B4497"/>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请输入标题文字微软雅黑</a:t>
            </a:r>
            <a:r>
              <a:rPr kumimoji="1" lang="en-US" altLang="zh-CN" dirty="0"/>
              <a:t>26</a:t>
            </a:r>
            <a:r>
              <a:rPr kumimoji="1" lang="zh-CN" altLang="en-US" dirty="0"/>
              <a:t>号</a:t>
            </a:r>
            <a:endParaRPr kumimoji="1" lang="zh-CN" altLang="en-US" dirty="0"/>
          </a:p>
        </p:txBody>
      </p:sp>
      <p:sp>
        <p:nvSpPr>
          <p:cNvPr id="15" name="文本占位符 38"/>
          <p:cNvSpPr>
            <a:spLocks noGrp="1"/>
          </p:cNvSpPr>
          <p:nvPr>
            <p:ph type="body" sz="quarter" idx="12" hasCustomPrompt="1"/>
          </p:nvPr>
        </p:nvSpPr>
        <p:spPr>
          <a:xfrm>
            <a:off x="480197" y="3810210"/>
            <a:ext cx="2089373" cy="488950"/>
          </a:xfrm>
        </p:spPr>
        <p:txBody>
          <a:bodyPr>
            <a:normAutofit/>
          </a:bodyPr>
          <a:lstStyle>
            <a:lvl1pPr marL="0" indent="0">
              <a:buNone/>
              <a:defRPr sz="20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zh-CN" dirty="0"/>
              <a:t>STEP</a:t>
            </a:r>
            <a:r>
              <a:rPr kumimoji="1" lang="zh-CN" altLang="en-US" dirty="0"/>
              <a:t> </a:t>
            </a:r>
            <a:r>
              <a:rPr kumimoji="1" lang="en-US" altLang="zh-CN" dirty="0"/>
              <a:t>01</a:t>
            </a:r>
            <a:endParaRPr kumimoji="1" lang="zh-CN" altLang="en-US" dirty="0"/>
          </a:p>
        </p:txBody>
      </p:sp>
      <p:sp>
        <p:nvSpPr>
          <p:cNvPr id="16" name="文本占位符 43"/>
          <p:cNvSpPr>
            <a:spLocks noGrp="1"/>
          </p:cNvSpPr>
          <p:nvPr>
            <p:ph type="body" sz="quarter" idx="14" hasCustomPrompt="1"/>
          </p:nvPr>
        </p:nvSpPr>
        <p:spPr>
          <a:xfrm>
            <a:off x="475048" y="4580462"/>
            <a:ext cx="2705985" cy="1276350"/>
          </a:xfrm>
        </p:spPr>
        <p:txBody>
          <a:bodyPr>
            <a:no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a:t>
            </a:r>
            <a:r>
              <a:rPr kumimoji="1" lang="zh-CN" altLang="en-US"/>
              <a:t>输入您需要的文字</a:t>
            </a:r>
            <a:endParaRPr kumimoji="1" lang="zh-CN" altLang="en-US" dirty="0"/>
          </a:p>
        </p:txBody>
      </p:sp>
      <p:sp>
        <p:nvSpPr>
          <p:cNvPr id="17" name="文本占位符 43"/>
          <p:cNvSpPr>
            <a:spLocks noGrp="1"/>
          </p:cNvSpPr>
          <p:nvPr>
            <p:ph type="body" sz="quarter" idx="15" hasCustomPrompt="1"/>
          </p:nvPr>
        </p:nvSpPr>
        <p:spPr>
          <a:xfrm>
            <a:off x="3303969" y="4005122"/>
            <a:ext cx="2705985" cy="1276350"/>
          </a:xfrm>
        </p:spPr>
        <p:txBody>
          <a:bodyPr>
            <a:no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a:t>
            </a:r>
            <a:r>
              <a:rPr kumimoji="1" lang="zh-CN" altLang="en-US"/>
              <a:t>输入您需要的文字</a:t>
            </a:r>
            <a:endParaRPr kumimoji="1" lang="zh-CN" altLang="en-US" dirty="0"/>
          </a:p>
        </p:txBody>
      </p:sp>
      <p:sp>
        <p:nvSpPr>
          <p:cNvPr id="18" name="文本占位符 41"/>
          <p:cNvSpPr>
            <a:spLocks noGrp="1"/>
          </p:cNvSpPr>
          <p:nvPr>
            <p:ph type="body" sz="quarter" idx="13" hasCustomPrompt="1"/>
          </p:nvPr>
        </p:nvSpPr>
        <p:spPr>
          <a:xfrm>
            <a:off x="477622" y="4294176"/>
            <a:ext cx="2094522" cy="500063"/>
          </a:xfrm>
        </p:spPr>
        <p:txBody>
          <a:bodyPr>
            <a:normAutofit/>
          </a:bodyPr>
          <a:lstStyle>
            <a:lvl1pPr marL="0" indent="0">
              <a:buFontTx/>
              <a:buNone/>
              <a:defRPr sz="1600" b="1">
                <a:latin typeface="微软雅黑" panose="020B0503020204020204" charset="-122"/>
                <a:ea typeface="微软雅黑" panose="020B0503020204020204" charset="-122"/>
                <a:cs typeface="微软雅黑" panose="020B0503020204020204" charset="-122"/>
              </a:defRPr>
            </a:lvl1pPr>
          </a:lstStyle>
          <a:p>
            <a:pPr marL="228600" marR="0" lvl="0" indent="-228600" algn="l" defTabSz="914400" rtl="0" eaLnBrk="1" fontAlgn="auto" latinLnBrk="0" hangingPunct="1">
              <a:lnSpc>
                <a:spcPct val="90000"/>
              </a:lnSpc>
              <a:spcBef>
                <a:spcPts val="1000"/>
              </a:spcBef>
              <a:spcAft>
                <a:spcPts val="0"/>
              </a:spcAft>
              <a:buClrTx/>
              <a:buSzTx/>
              <a:defRPr/>
            </a:pPr>
            <a:r>
              <a:rPr kumimoji="1" lang="zh-CN" altLang="en-US" dirty="0"/>
              <a:t>请输入您需要的文字</a:t>
            </a:r>
            <a:endParaRPr kumimoji="1" lang="zh-CN" altLang="en-US" dirty="0"/>
          </a:p>
        </p:txBody>
      </p:sp>
      <p:sp>
        <p:nvSpPr>
          <p:cNvPr id="19" name="文本占位符 41"/>
          <p:cNvSpPr>
            <a:spLocks noGrp="1"/>
          </p:cNvSpPr>
          <p:nvPr>
            <p:ph type="body" sz="quarter" idx="16" hasCustomPrompt="1"/>
          </p:nvPr>
        </p:nvSpPr>
        <p:spPr>
          <a:xfrm>
            <a:off x="3301395" y="3718589"/>
            <a:ext cx="2094522" cy="500063"/>
          </a:xfrm>
        </p:spPr>
        <p:txBody>
          <a:bodyPr>
            <a:normAutofit/>
          </a:bodyPr>
          <a:lstStyle>
            <a:lvl1pPr marL="0" indent="0">
              <a:buNone/>
              <a:defRPr sz="1600" b="1">
                <a:latin typeface="微软雅黑" panose="020B0503020204020204" charset="-122"/>
                <a:ea typeface="微软雅黑" panose="020B0503020204020204" charset="-122"/>
                <a:cs typeface="微软雅黑" panose="020B0503020204020204" charset="-122"/>
              </a:defRPr>
            </a:lvl1pPr>
          </a:lstStyle>
          <a:p>
            <a:pPr marL="228600" marR="0" lvl="0" indent="-228600" algn="l" defTabSz="914400" rtl="0" eaLnBrk="1" fontAlgn="auto" latinLnBrk="0" hangingPunct="1">
              <a:lnSpc>
                <a:spcPct val="90000"/>
              </a:lnSpc>
              <a:spcBef>
                <a:spcPts val="1000"/>
              </a:spcBef>
              <a:spcAft>
                <a:spcPts val="0"/>
              </a:spcAft>
              <a:buClrTx/>
              <a:buSzTx/>
              <a:defRPr/>
            </a:pPr>
            <a:r>
              <a:rPr kumimoji="1" lang="zh-CN" altLang="en-US" dirty="0"/>
              <a:t>请输入您需要的文字</a:t>
            </a:r>
            <a:endParaRPr kumimoji="1" lang="zh-CN" altLang="en-US" dirty="0"/>
          </a:p>
        </p:txBody>
      </p:sp>
      <p:sp>
        <p:nvSpPr>
          <p:cNvPr id="20" name="文本占位符 43"/>
          <p:cNvSpPr>
            <a:spLocks noGrp="1"/>
          </p:cNvSpPr>
          <p:nvPr>
            <p:ph type="body" sz="quarter" idx="17" hasCustomPrompt="1"/>
          </p:nvPr>
        </p:nvSpPr>
        <p:spPr>
          <a:xfrm>
            <a:off x="6132890" y="3434766"/>
            <a:ext cx="2705985" cy="1276350"/>
          </a:xfrm>
        </p:spPr>
        <p:txBody>
          <a:bodyPr>
            <a:no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a:t>
            </a:r>
            <a:r>
              <a:rPr kumimoji="1" lang="zh-CN" altLang="en-US"/>
              <a:t>输入您需要的文字</a:t>
            </a:r>
            <a:endParaRPr kumimoji="1" lang="zh-CN" altLang="en-US" dirty="0"/>
          </a:p>
        </p:txBody>
      </p:sp>
      <p:sp>
        <p:nvSpPr>
          <p:cNvPr id="21" name="文本占位符 41"/>
          <p:cNvSpPr>
            <a:spLocks noGrp="1"/>
          </p:cNvSpPr>
          <p:nvPr>
            <p:ph type="body" sz="quarter" idx="18" hasCustomPrompt="1"/>
          </p:nvPr>
        </p:nvSpPr>
        <p:spPr>
          <a:xfrm>
            <a:off x="6132889" y="3160715"/>
            <a:ext cx="2094522" cy="500063"/>
          </a:xfrm>
        </p:spPr>
        <p:txBody>
          <a:bodyPr>
            <a:normAutofit/>
          </a:bodyPr>
          <a:lstStyle>
            <a:lvl1pPr marL="0" indent="0">
              <a:buNone/>
              <a:defRPr sz="1600" b="1">
                <a:latin typeface="微软雅黑" panose="020B0503020204020204" charset="-122"/>
                <a:ea typeface="微软雅黑" panose="020B0503020204020204" charset="-122"/>
                <a:cs typeface="微软雅黑" panose="020B0503020204020204" charset="-122"/>
              </a:defRPr>
            </a:lvl1pPr>
          </a:lstStyle>
          <a:p>
            <a:pPr marL="228600" marR="0" lvl="0" indent="-228600" algn="l" defTabSz="914400" rtl="0" eaLnBrk="1" fontAlgn="auto" latinLnBrk="0" hangingPunct="1">
              <a:lnSpc>
                <a:spcPct val="90000"/>
              </a:lnSpc>
              <a:spcBef>
                <a:spcPts val="1000"/>
              </a:spcBef>
              <a:spcAft>
                <a:spcPts val="0"/>
              </a:spcAft>
              <a:buClrTx/>
              <a:buSzTx/>
              <a:defRPr/>
            </a:pPr>
            <a:r>
              <a:rPr kumimoji="1" lang="zh-CN" altLang="en-US" dirty="0"/>
              <a:t>请输入您需要的文字</a:t>
            </a:r>
            <a:endParaRPr kumimoji="1" lang="zh-CN" altLang="en-US" dirty="0"/>
          </a:p>
        </p:txBody>
      </p:sp>
      <p:sp>
        <p:nvSpPr>
          <p:cNvPr id="22" name="文本占位符 43"/>
          <p:cNvSpPr>
            <a:spLocks noGrp="1"/>
          </p:cNvSpPr>
          <p:nvPr>
            <p:ph type="body" sz="quarter" idx="19" hasCustomPrompt="1"/>
          </p:nvPr>
        </p:nvSpPr>
        <p:spPr>
          <a:xfrm>
            <a:off x="8961811" y="2864410"/>
            <a:ext cx="2705985" cy="1276350"/>
          </a:xfrm>
        </p:spPr>
        <p:txBody>
          <a:bodyPr>
            <a:noAutofit/>
          </a:bodyPr>
          <a:lstStyle>
            <a:lvl1pPr marL="0" indent="0">
              <a:lnSpc>
                <a:spcPct val="150000"/>
              </a:lnSpc>
              <a:buNone/>
              <a:defRPr sz="1400">
                <a:latin typeface="微软雅黑" panose="020B0503020204020204" charset="-122"/>
                <a:ea typeface="微软雅黑" panose="020B0503020204020204" charset="-122"/>
                <a:cs typeface="微软雅黑" panose="020B0503020204020204" charset="-122"/>
              </a:defRPr>
            </a:lvl1pPr>
          </a:lstStyle>
          <a:p>
            <a:pPr lvl="0"/>
            <a:r>
              <a:rPr kumimoji="1" lang="zh-CN" altLang="en-US" dirty="0"/>
              <a:t>请输入您需要的文字请输入您需要的文字请输入您需要的文字请</a:t>
            </a:r>
            <a:r>
              <a:rPr kumimoji="1" lang="zh-CN" altLang="en-US"/>
              <a:t>输入您需要的文字</a:t>
            </a:r>
            <a:endParaRPr kumimoji="1" lang="zh-CN" altLang="en-US" dirty="0"/>
          </a:p>
        </p:txBody>
      </p:sp>
      <p:sp>
        <p:nvSpPr>
          <p:cNvPr id="23" name="文本占位符 41"/>
          <p:cNvSpPr>
            <a:spLocks noGrp="1"/>
          </p:cNvSpPr>
          <p:nvPr>
            <p:ph type="body" sz="quarter" idx="20" hasCustomPrompt="1"/>
          </p:nvPr>
        </p:nvSpPr>
        <p:spPr>
          <a:xfrm>
            <a:off x="8961811" y="2573496"/>
            <a:ext cx="2094522" cy="500063"/>
          </a:xfrm>
        </p:spPr>
        <p:txBody>
          <a:bodyPr>
            <a:normAutofit/>
          </a:bodyPr>
          <a:lstStyle>
            <a:lvl1pPr marL="0" indent="0">
              <a:buNone/>
              <a:defRPr sz="1600" b="1">
                <a:latin typeface="微软雅黑" panose="020B0503020204020204" charset="-122"/>
                <a:ea typeface="微软雅黑" panose="020B0503020204020204" charset="-122"/>
                <a:cs typeface="微软雅黑" panose="020B0503020204020204" charset="-122"/>
              </a:defRPr>
            </a:lvl1pPr>
          </a:lstStyle>
          <a:p>
            <a:pPr marL="228600" marR="0" lvl="0" indent="-228600" algn="l" defTabSz="914400" rtl="0" eaLnBrk="1" fontAlgn="auto" latinLnBrk="0" hangingPunct="1">
              <a:lnSpc>
                <a:spcPct val="90000"/>
              </a:lnSpc>
              <a:spcBef>
                <a:spcPts val="1000"/>
              </a:spcBef>
              <a:spcAft>
                <a:spcPts val="0"/>
              </a:spcAft>
              <a:buClrTx/>
              <a:buSzTx/>
              <a:defRPr/>
            </a:pPr>
            <a:r>
              <a:rPr kumimoji="1" lang="zh-CN" altLang="en-US" dirty="0"/>
              <a:t>请输入您需要的文字</a:t>
            </a:r>
            <a:endParaRPr kumimoji="1" lang="zh-CN" altLang="en-US" dirty="0"/>
          </a:p>
        </p:txBody>
      </p:sp>
      <p:sp>
        <p:nvSpPr>
          <p:cNvPr id="24" name="文本占位符 38"/>
          <p:cNvSpPr>
            <a:spLocks noGrp="1"/>
          </p:cNvSpPr>
          <p:nvPr>
            <p:ph type="body" sz="quarter" idx="21" hasCustomPrompt="1"/>
          </p:nvPr>
        </p:nvSpPr>
        <p:spPr>
          <a:xfrm>
            <a:off x="3301394" y="3227796"/>
            <a:ext cx="2089373" cy="488950"/>
          </a:xfrm>
        </p:spPr>
        <p:txBody>
          <a:bodyPr>
            <a:normAutofit/>
          </a:bodyPr>
          <a:lstStyle>
            <a:lvl1pPr marL="0" indent="0">
              <a:buNone/>
              <a:defRPr sz="20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zh-CN" dirty="0"/>
              <a:t>STEP</a:t>
            </a:r>
            <a:r>
              <a:rPr kumimoji="1" lang="zh-CN" altLang="en-US" dirty="0"/>
              <a:t> </a:t>
            </a:r>
            <a:r>
              <a:rPr kumimoji="1" lang="en-US" altLang="zh-CN" dirty="0"/>
              <a:t>02</a:t>
            </a:r>
            <a:endParaRPr kumimoji="1" lang="zh-CN" altLang="en-US" dirty="0"/>
          </a:p>
        </p:txBody>
      </p:sp>
      <p:sp>
        <p:nvSpPr>
          <p:cNvPr id="25" name="文本占位符 38"/>
          <p:cNvSpPr>
            <a:spLocks noGrp="1"/>
          </p:cNvSpPr>
          <p:nvPr>
            <p:ph type="body" sz="quarter" idx="22" hasCustomPrompt="1"/>
          </p:nvPr>
        </p:nvSpPr>
        <p:spPr>
          <a:xfrm>
            <a:off x="6132889" y="2653468"/>
            <a:ext cx="2089373" cy="488950"/>
          </a:xfrm>
        </p:spPr>
        <p:txBody>
          <a:bodyPr>
            <a:normAutofit/>
          </a:bodyPr>
          <a:lstStyle>
            <a:lvl1pPr marL="0" indent="0">
              <a:buNone/>
              <a:defRPr sz="20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zh-CN" dirty="0"/>
              <a:t>STEP</a:t>
            </a:r>
            <a:r>
              <a:rPr kumimoji="1" lang="zh-CN" altLang="en-US" dirty="0"/>
              <a:t> </a:t>
            </a:r>
            <a:r>
              <a:rPr kumimoji="1" lang="en-US" altLang="zh-CN" dirty="0"/>
              <a:t>03</a:t>
            </a:r>
            <a:endParaRPr kumimoji="1" lang="zh-CN" altLang="en-US" dirty="0"/>
          </a:p>
        </p:txBody>
      </p:sp>
      <p:sp>
        <p:nvSpPr>
          <p:cNvPr id="26" name="文本占位符 38"/>
          <p:cNvSpPr>
            <a:spLocks noGrp="1"/>
          </p:cNvSpPr>
          <p:nvPr>
            <p:ph type="body" sz="quarter" idx="23" hasCustomPrompt="1"/>
          </p:nvPr>
        </p:nvSpPr>
        <p:spPr>
          <a:xfrm>
            <a:off x="8961005" y="2104571"/>
            <a:ext cx="2089373" cy="488950"/>
          </a:xfrm>
        </p:spPr>
        <p:txBody>
          <a:bodyPr>
            <a:normAutofit/>
          </a:bodyPr>
          <a:lstStyle>
            <a:lvl1pPr marL="0" indent="0">
              <a:buNone/>
              <a:defRPr sz="2000" b="1">
                <a:solidFill>
                  <a:schemeClr val="bg1"/>
                </a:solidFill>
                <a:latin typeface="微软雅黑" panose="020B0503020204020204" charset="-122"/>
                <a:ea typeface="微软雅黑" panose="020B0503020204020204" charset="-122"/>
                <a:cs typeface="微软雅黑" panose="020B0503020204020204" charset="-122"/>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zh-CN" dirty="0"/>
              <a:t>STEP</a:t>
            </a:r>
            <a:r>
              <a:rPr kumimoji="1" lang="zh-CN" altLang="en-US" dirty="0"/>
              <a:t> </a:t>
            </a:r>
            <a:r>
              <a:rPr kumimoji="1" lang="en-US" altLang="zh-CN" dirty="0"/>
              <a:t>04</a:t>
            </a:r>
            <a:endParaRPr kumimoji="1" lang="zh-CN" altLang="en-US" dirty="0"/>
          </a:p>
        </p:txBody>
      </p:sp>
      <p:pic>
        <p:nvPicPr>
          <p:cNvPr id="27" name="图片 2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
        <p:nvSpPr>
          <p:cNvPr id="30" name="文本占位符 28"/>
          <p:cNvSpPr>
            <a:spLocks noGrp="1"/>
          </p:cNvSpPr>
          <p:nvPr>
            <p:ph type="body" sz="quarter" idx="24" hasCustomPrompt="1"/>
          </p:nvPr>
        </p:nvSpPr>
        <p:spPr>
          <a:xfrm>
            <a:off x="1079500" y="1724350"/>
            <a:ext cx="5238750" cy="801687"/>
          </a:xfrm>
        </p:spPr>
        <p:txBody>
          <a:bodyPr>
            <a:normAutofit/>
          </a:bodyPr>
          <a:lstStyle>
            <a:lvl1pPr marL="0" marR="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sz="1600">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defRPr/>
            </a:pPr>
            <a:r>
              <a:rPr kumimoji="1" lang="zh-CN" altLang="en-US" dirty="0"/>
              <a:t>请输入您需要的文字请输入您需要的文字请输入您需要的文字需要的文字请输入您需要的文字</a:t>
            </a:r>
            <a:endParaRPr kumimoji="1"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pic>
        <p:nvPicPr>
          <p:cNvPr id="6" name="图片 5" descr="ppt模板背景-0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44312"/>
          </a:xfrm>
          <a:prstGeom prst="rect">
            <a:avLst/>
          </a:prstGeom>
        </p:spPr>
      </p:pic>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56436" y="1800715"/>
            <a:ext cx="1806075" cy="623467"/>
          </a:xfrm>
          <a:prstGeom prst="rect">
            <a:avLst/>
          </a:prstGeom>
        </p:spPr>
      </p:pic>
      <p:sp>
        <p:nvSpPr>
          <p:cNvPr id="17" name="文本占位符 24"/>
          <p:cNvSpPr>
            <a:spLocks noGrp="1"/>
          </p:cNvSpPr>
          <p:nvPr>
            <p:ph type="body" sz="quarter" idx="13" hasCustomPrompt="1"/>
          </p:nvPr>
        </p:nvSpPr>
        <p:spPr>
          <a:xfrm>
            <a:off x="6616331" y="3033708"/>
            <a:ext cx="4699461" cy="857250"/>
          </a:xfrm>
        </p:spPr>
        <p:txBody>
          <a:bodyPr>
            <a:normAutofit/>
          </a:bodyPr>
          <a:lstStyle>
            <a:lvl1pPr marL="0" indent="0" algn="l">
              <a:buFontTx/>
              <a:buNone/>
              <a:defRPr sz="5400" b="1">
                <a:gradFill flip="none" rotWithShape="1">
                  <a:gsLst>
                    <a:gs pos="100000">
                      <a:srgbClr val="0D5490"/>
                    </a:gs>
                    <a:gs pos="0">
                      <a:srgbClr val="60AC3C"/>
                    </a:gs>
                  </a:gsLst>
                  <a:lin ang="0" scaled="1"/>
                  <a:tileRect/>
                </a:gra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zh-CN" dirty="0"/>
              <a:t>THANK YOU</a:t>
            </a:r>
            <a:endParaRPr kumimoji="1"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D3366513-2240-D843-A60E-E31E9B6202E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1567CC8E-A4C6-C842-B7A9-DEA609CDF447}" type="slidenum">
              <a:rPr kumimoji="1" lang="zh-CN" altLang="en-US" smtClean="0"/>
            </a:fld>
            <a:endParaRPr kumimoji="1"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7" y="10949"/>
            <a:ext cx="12192000" cy="6858000"/>
          </a:xfrm>
          <a:prstGeom prst="rect">
            <a:avLst/>
          </a:prstGeom>
        </p:spPr>
      </p:pic>
      <p:sp>
        <p:nvSpPr>
          <p:cNvPr id="25" name="文本占位符 26"/>
          <p:cNvSpPr>
            <a:spLocks noGrp="1"/>
          </p:cNvSpPr>
          <p:nvPr>
            <p:ph type="body" sz="quarter" idx="10" hasCustomPrompt="1"/>
          </p:nvPr>
        </p:nvSpPr>
        <p:spPr>
          <a:xfrm>
            <a:off x="974834" y="875801"/>
            <a:ext cx="5025503" cy="480909"/>
          </a:xfrm>
        </p:spPr>
        <p:txBody>
          <a:bodyPr>
            <a:normAutofit/>
          </a:bodyPr>
          <a:lstStyle>
            <a:lvl1pPr marL="0" indent="0">
              <a:buFontTx/>
              <a:buNone/>
              <a:defRPr sz="2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26</a:t>
            </a:r>
            <a:r>
              <a:rPr kumimoji="1" lang="zh-CN" altLang="en-US" dirty="0"/>
              <a:t>号</a:t>
            </a:r>
            <a:endParaRPr kumimoji="1" lang="zh-CN" altLang="en-US" dirty="0"/>
          </a:p>
        </p:txBody>
      </p:sp>
      <p:sp>
        <p:nvSpPr>
          <p:cNvPr id="28" name="内容占位符 36"/>
          <p:cNvSpPr>
            <a:spLocks noGrp="1"/>
          </p:cNvSpPr>
          <p:nvPr>
            <p:ph sz="quarter" idx="12" hasCustomPrompt="1"/>
          </p:nvPr>
        </p:nvSpPr>
        <p:spPr>
          <a:xfrm>
            <a:off x="978375" y="1531389"/>
            <a:ext cx="3041650" cy="335140"/>
          </a:xfrm>
        </p:spPr>
        <p:txBody>
          <a:bodyPr>
            <a:normAutofit/>
          </a:bodyPr>
          <a:lstStyle>
            <a:lvl1pPr marL="0" indent="0">
              <a:buFontTx/>
              <a:buNone/>
              <a:defRPr sz="1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16</a:t>
            </a:r>
            <a:r>
              <a:rPr kumimoji="1" lang="zh-CN" altLang="en-US" dirty="0"/>
              <a:t>号</a:t>
            </a:r>
            <a:endParaRPr kumimoji="1" lang="en-US" altLang="zh-CN" dirty="0"/>
          </a:p>
        </p:txBody>
      </p:sp>
      <p:sp>
        <p:nvSpPr>
          <p:cNvPr id="29" name="内容占位符 36"/>
          <p:cNvSpPr>
            <a:spLocks noGrp="1"/>
          </p:cNvSpPr>
          <p:nvPr>
            <p:ph sz="quarter" idx="13" hasCustomPrompt="1"/>
          </p:nvPr>
        </p:nvSpPr>
        <p:spPr>
          <a:xfrm>
            <a:off x="978375" y="1857278"/>
            <a:ext cx="3041650"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30" name="内容占位符 36"/>
          <p:cNvSpPr>
            <a:spLocks noGrp="1"/>
          </p:cNvSpPr>
          <p:nvPr>
            <p:ph sz="quarter" idx="14" hasCustomPrompt="1"/>
          </p:nvPr>
        </p:nvSpPr>
        <p:spPr>
          <a:xfrm>
            <a:off x="8313556" y="1531389"/>
            <a:ext cx="3041650" cy="335140"/>
          </a:xfrm>
        </p:spPr>
        <p:txBody>
          <a:bodyPr>
            <a:normAutofit/>
          </a:bodyPr>
          <a:lstStyle>
            <a:lvl1pPr marL="0" indent="0">
              <a:buFontTx/>
              <a:buNone/>
              <a:defRPr sz="1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16</a:t>
            </a:r>
            <a:r>
              <a:rPr kumimoji="1" lang="zh-CN" altLang="en-US" dirty="0"/>
              <a:t>号</a:t>
            </a:r>
            <a:endParaRPr kumimoji="1" lang="en-US" altLang="zh-CN" dirty="0"/>
          </a:p>
        </p:txBody>
      </p:sp>
      <p:sp>
        <p:nvSpPr>
          <p:cNvPr id="31" name="内容占位符 36"/>
          <p:cNvSpPr>
            <a:spLocks noGrp="1"/>
          </p:cNvSpPr>
          <p:nvPr>
            <p:ph sz="quarter" idx="15" hasCustomPrompt="1"/>
          </p:nvPr>
        </p:nvSpPr>
        <p:spPr>
          <a:xfrm>
            <a:off x="8313556" y="1857278"/>
            <a:ext cx="3041650"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32" name="内容占位符 36"/>
          <p:cNvSpPr>
            <a:spLocks noGrp="1"/>
          </p:cNvSpPr>
          <p:nvPr>
            <p:ph sz="quarter" idx="16" hasCustomPrompt="1"/>
          </p:nvPr>
        </p:nvSpPr>
        <p:spPr>
          <a:xfrm>
            <a:off x="4656913" y="1531389"/>
            <a:ext cx="3041650" cy="335140"/>
          </a:xfrm>
        </p:spPr>
        <p:txBody>
          <a:bodyPr>
            <a:normAutofit/>
          </a:bodyPr>
          <a:lstStyle>
            <a:lvl1pPr marL="0" indent="0">
              <a:buFontTx/>
              <a:buNone/>
              <a:defRPr sz="1600" b="1">
                <a:solidFill>
                  <a:srgbClr val="184199"/>
                </a:solidFill>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标题文字微软雅黑</a:t>
            </a:r>
            <a:r>
              <a:rPr kumimoji="1" lang="en-US" altLang="zh-CN" dirty="0"/>
              <a:t>16</a:t>
            </a:r>
            <a:r>
              <a:rPr kumimoji="1" lang="zh-CN" altLang="en-US" dirty="0"/>
              <a:t>号</a:t>
            </a:r>
            <a:endParaRPr kumimoji="1" lang="en-US" altLang="zh-CN" dirty="0"/>
          </a:p>
        </p:txBody>
      </p:sp>
      <p:sp>
        <p:nvSpPr>
          <p:cNvPr id="33" name="内容占位符 36"/>
          <p:cNvSpPr>
            <a:spLocks noGrp="1"/>
          </p:cNvSpPr>
          <p:nvPr>
            <p:ph sz="quarter" idx="17" hasCustomPrompt="1"/>
          </p:nvPr>
        </p:nvSpPr>
        <p:spPr>
          <a:xfrm>
            <a:off x="4656913" y="1857278"/>
            <a:ext cx="3041650" cy="601834"/>
          </a:xfrm>
        </p:spPr>
        <p:txBody>
          <a:bodyPr>
            <a:noAutofit/>
          </a:bodyPr>
          <a:lstStyle>
            <a:lvl1pPr marL="0" indent="0">
              <a:lnSpc>
                <a:spcPct val="120000"/>
              </a:lnSpc>
              <a:buFontTx/>
              <a:buNone/>
              <a:defRPr sz="1400" b="0">
                <a:latin typeface="微软雅黑" panose="020B0503020204020204" charset="-122"/>
                <a:ea typeface="微软雅黑" panose="020B0503020204020204" charset="-122"/>
                <a:cs typeface="微软雅黑" panose="020B0503020204020204" charset="-122"/>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zh-CN" altLang="en-US" dirty="0"/>
              <a:t>请输入您需要的文字请输入您需要的文字请输入您需要的文字</a:t>
            </a:r>
            <a:endParaRPr kumimoji="1" lang="zh-CN" altLang="en-US" dirty="0"/>
          </a:p>
        </p:txBody>
      </p:sp>
      <p:sp>
        <p:nvSpPr>
          <p:cNvPr id="35" name="图片占位符 29"/>
          <p:cNvSpPr>
            <a:spLocks noGrp="1"/>
          </p:cNvSpPr>
          <p:nvPr>
            <p:ph type="pic" sz="quarter" idx="11" hasCustomPrompt="1"/>
          </p:nvPr>
        </p:nvSpPr>
        <p:spPr>
          <a:xfrm>
            <a:off x="0" y="2761531"/>
            <a:ext cx="12192000" cy="4096469"/>
          </a:xfrm>
        </p:spPr>
        <p:txBody>
          <a:bodyPr/>
          <a:lstStyle>
            <a:lvl1pPr marL="0" indent="0">
              <a:buNone/>
              <a:defRPr sz="2000" baseline="0"/>
            </a:lvl1pPr>
          </a:lstStyle>
          <a:p>
            <a:r>
              <a:rPr kumimoji="1" lang="en-US" altLang="zh-CN" dirty="0"/>
              <a:t>   </a:t>
            </a:r>
            <a:endParaRPr kumimoji="1" lang="en-US" altLang="zh-CN" dirty="0"/>
          </a:p>
          <a:p>
            <a:r>
              <a:rPr kumimoji="1" lang="en-US" altLang="zh-CN" dirty="0"/>
              <a:t> </a:t>
            </a:r>
            <a:endParaRPr kumimoji="1" lang="en-US" altLang="zh-CN" dirty="0"/>
          </a:p>
          <a:p>
            <a:endParaRPr kumimoji="1" lang="en-US" altLang="zh-CN" dirty="0"/>
          </a:p>
          <a:p>
            <a:r>
              <a:rPr kumimoji="1" lang="en-US" altLang="zh-CN" dirty="0"/>
              <a:t>                                                                                                    </a:t>
            </a:r>
            <a:r>
              <a:rPr kumimoji="1" lang="zh-CN" altLang="en-US" dirty="0"/>
              <a:t>图片</a:t>
            </a:r>
            <a:endParaRPr kumimoji="1" lang="zh-CN" altLang="en-US" dirty="0"/>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78151" y="538430"/>
            <a:ext cx="1806075" cy="623467"/>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正文页-48_11">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2" hasCustomPrompt="1"/>
            <p:custDataLst>
              <p:tags r:id="rId3"/>
            </p:custDataLst>
          </p:nvPr>
        </p:nvSpPr>
        <p:spPr>
          <a:xfrm>
            <a:off x="6096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图片占位符 7"/>
          <p:cNvSpPr>
            <a:spLocks noGrp="1"/>
          </p:cNvSpPr>
          <p:nvPr>
            <p:ph type="pic" idx="16393" hasCustomPrompt="1"/>
            <p:custDataLst>
              <p:tags r:id="rId4"/>
            </p:custDataLst>
          </p:nvPr>
        </p:nvSpPr>
        <p:spPr>
          <a:xfrm>
            <a:off x="914400" y="1828800"/>
            <a:ext cx="28448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9" name="文本占位符 8"/>
          <p:cNvSpPr>
            <a:spLocks noGrp="1"/>
          </p:cNvSpPr>
          <p:nvPr>
            <p:ph type="body" idx="16386" hasCustomPrompt="1"/>
            <p:custDataLst>
              <p:tags r:id="rId5"/>
            </p:custDataLst>
          </p:nvPr>
        </p:nvSpPr>
        <p:spPr>
          <a:xfrm>
            <a:off x="914400" y="3962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10" name="文本占位符 9"/>
          <p:cNvSpPr>
            <a:spLocks noGrp="1"/>
          </p:cNvSpPr>
          <p:nvPr>
            <p:ph type="body" idx="16387" hasCustomPrompt="1"/>
            <p:custDataLst>
              <p:tags r:id="rId6"/>
            </p:custDataLst>
          </p:nvPr>
        </p:nvSpPr>
        <p:spPr>
          <a:xfrm>
            <a:off x="9144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装饰  0"/>
          <p:cNvSpPr>
            <a:spLocks noGrp="1"/>
          </p:cNvSpPr>
          <p:nvPr>
            <p:ph type="body" idx="16394" hasCustomPrompt="1"/>
            <p:custDataLst>
              <p:tags r:id="rId7"/>
            </p:custDataLst>
          </p:nvPr>
        </p:nvSpPr>
        <p:spPr>
          <a:xfrm>
            <a:off x="43688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2" name="图片占位符 11"/>
          <p:cNvSpPr>
            <a:spLocks noGrp="1"/>
          </p:cNvSpPr>
          <p:nvPr>
            <p:ph type="pic" idx="16395" hasCustomPrompt="1"/>
            <p:custDataLst>
              <p:tags r:id="rId8"/>
            </p:custDataLst>
          </p:nvPr>
        </p:nvSpPr>
        <p:spPr>
          <a:xfrm>
            <a:off x="4673600" y="1828800"/>
            <a:ext cx="28448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3" name="文本占位符 12"/>
          <p:cNvSpPr>
            <a:spLocks noGrp="1"/>
          </p:cNvSpPr>
          <p:nvPr>
            <p:ph type="body" idx="16388" hasCustomPrompt="1"/>
            <p:custDataLst>
              <p:tags r:id="rId9"/>
            </p:custDataLst>
          </p:nvPr>
        </p:nvSpPr>
        <p:spPr>
          <a:xfrm>
            <a:off x="4673600" y="3962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14" name="文本占位符 13"/>
          <p:cNvSpPr>
            <a:spLocks noGrp="1"/>
          </p:cNvSpPr>
          <p:nvPr>
            <p:ph type="body" idx="16389" hasCustomPrompt="1"/>
            <p:custDataLst>
              <p:tags r:id="rId10"/>
            </p:custDataLst>
          </p:nvPr>
        </p:nvSpPr>
        <p:spPr>
          <a:xfrm>
            <a:off x="46736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396" hasCustomPrompt="1"/>
            <p:custDataLst>
              <p:tags r:id="rId11"/>
            </p:custDataLst>
          </p:nvPr>
        </p:nvSpPr>
        <p:spPr>
          <a:xfrm>
            <a:off x="8128000" y="1524000"/>
            <a:ext cx="3454400" cy="4724400"/>
          </a:xfrm>
          <a:custGeom>
            <a:avLst/>
            <a:gdLst>
              <a:gd name="connisteX0" fmla="*/ 0 w 3454400"/>
              <a:gd name="connsiteY0" fmla="*/ 203200 h 4724400"/>
              <a:gd name="connisteX1" fmla="*/ 203200 w 3454400"/>
              <a:gd name="connsiteY1" fmla="*/ 0 h 4724400"/>
              <a:gd name="connisteX2" fmla="*/ 3251200 w 3454400"/>
              <a:gd name="connsiteY2" fmla="*/ 0 h 4724400"/>
              <a:gd name="connisteX3" fmla="*/ 3454400 w 3454400"/>
              <a:gd name="connsiteY3" fmla="*/ 203200 h 4724400"/>
              <a:gd name="connisteX4" fmla="*/ 3454400 w 3454400"/>
              <a:gd name="connsiteY4" fmla="*/ 4521200 h 4724400"/>
              <a:gd name="connisteX5" fmla="*/ 3251200 w 3454400"/>
              <a:gd name="connsiteY5" fmla="*/ 4724400 h 4724400"/>
              <a:gd name="connisteX6" fmla="*/ 203200 w 3454400"/>
              <a:gd name="connsiteY6" fmla="*/ 4724400 h 4724400"/>
              <a:gd name="connisteX7" fmla="*/ 0 w 3454400"/>
              <a:gd name="connsiteY7" fmla="*/ 4521200 h 4724400"/>
              <a:gd name="connisteX8" fmla="*/ 0 w 3454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3454400" h="472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图片占位符 15"/>
          <p:cNvSpPr>
            <a:spLocks noGrp="1"/>
          </p:cNvSpPr>
          <p:nvPr>
            <p:ph type="pic" idx="16397" hasCustomPrompt="1"/>
            <p:custDataLst>
              <p:tags r:id="rId12"/>
            </p:custDataLst>
          </p:nvPr>
        </p:nvSpPr>
        <p:spPr>
          <a:xfrm>
            <a:off x="8432800" y="1828800"/>
            <a:ext cx="2844800" cy="1930400"/>
          </a:xfr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90" hasCustomPrompt="1"/>
            <p:custDataLst>
              <p:tags r:id="rId13"/>
            </p:custDataLst>
          </p:nvPr>
        </p:nvSpPr>
        <p:spPr>
          <a:xfrm>
            <a:off x="8432800" y="3962400"/>
            <a:ext cx="28448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单击添加项标题</a:t>
            </a:r>
            <a:endParaRPr lang="zh-CN" altLang="en-US" smtClean="0"/>
          </a:p>
        </p:txBody>
      </p:sp>
      <p:sp>
        <p:nvSpPr>
          <p:cNvPr id="18" name="文本占位符 17"/>
          <p:cNvSpPr>
            <a:spLocks noGrp="1"/>
          </p:cNvSpPr>
          <p:nvPr>
            <p:ph type="body" idx="16391" hasCustomPrompt="1"/>
            <p:custDataLst>
              <p:tags r:id="rId14"/>
            </p:custDataLst>
          </p:nvPr>
        </p:nvSpPr>
        <p:spPr>
          <a:xfrm>
            <a:off x="8432800" y="4419600"/>
            <a:ext cx="28448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35_group1">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图片占位符 6"/>
          <p:cNvSpPr>
            <a:spLocks noGrp="1"/>
          </p:cNvSpPr>
          <p:nvPr>
            <p:ph type="pic" idx="16394" hasCustomPrompt="1"/>
            <p:custDataLst>
              <p:tags r:id="rId3"/>
            </p:custDataLst>
          </p:nvPr>
        </p:nvSpPr>
        <p:spPr>
          <a:xfrm>
            <a:off x="609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文本占位符 7"/>
          <p:cNvSpPr>
            <a:spLocks noGrp="1"/>
          </p:cNvSpPr>
          <p:nvPr>
            <p:ph type="body" idx="16386" hasCustomPrompt="1"/>
            <p:custDataLst>
              <p:tags r:id="rId4"/>
            </p:custDataLst>
          </p:nvPr>
        </p:nvSpPr>
        <p:spPr>
          <a:xfrm>
            <a:off x="1778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1778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图片占位符 9"/>
          <p:cNvSpPr>
            <a:spLocks noGrp="1"/>
          </p:cNvSpPr>
          <p:nvPr>
            <p:ph type="pic" idx="16395" hasCustomPrompt="1"/>
            <p:custDataLst>
              <p:tags r:id="rId6"/>
            </p:custDataLst>
          </p:nvPr>
        </p:nvSpPr>
        <p:spPr>
          <a:xfrm>
            <a:off x="6324600" y="19304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文本占位符 10"/>
          <p:cNvSpPr>
            <a:spLocks noGrp="1"/>
          </p:cNvSpPr>
          <p:nvPr>
            <p:ph type="body" idx="16388" hasCustomPrompt="1"/>
            <p:custDataLst>
              <p:tags r:id="rId7"/>
            </p:custDataLst>
          </p:nvPr>
        </p:nvSpPr>
        <p:spPr>
          <a:xfrm>
            <a:off x="7493000" y="19304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8"/>
            </p:custDataLst>
          </p:nvPr>
        </p:nvSpPr>
        <p:spPr>
          <a:xfrm>
            <a:off x="7493000" y="24384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图片占位符 12"/>
          <p:cNvSpPr>
            <a:spLocks noGrp="1"/>
          </p:cNvSpPr>
          <p:nvPr>
            <p:ph type="pic" idx="16396" hasCustomPrompt="1"/>
            <p:custDataLst>
              <p:tags r:id="rId9"/>
            </p:custDataLst>
          </p:nvPr>
        </p:nvSpPr>
        <p:spPr>
          <a:xfrm>
            <a:off x="609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90" hasCustomPrompt="1"/>
            <p:custDataLst>
              <p:tags r:id="rId10"/>
            </p:custDataLst>
          </p:nvPr>
        </p:nvSpPr>
        <p:spPr>
          <a:xfrm>
            <a:off x="1778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11"/>
            </p:custDataLst>
          </p:nvPr>
        </p:nvSpPr>
        <p:spPr>
          <a:xfrm>
            <a:off x="1778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图片占位符 15"/>
          <p:cNvSpPr>
            <a:spLocks noGrp="1"/>
          </p:cNvSpPr>
          <p:nvPr>
            <p:ph type="pic" idx="16397" hasCustomPrompt="1"/>
            <p:custDataLst>
              <p:tags r:id="rId12"/>
            </p:custDataLst>
          </p:nvPr>
        </p:nvSpPr>
        <p:spPr>
          <a:xfrm>
            <a:off x="6324600" y="4114800"/>
            <a:ext cx="914400" cy="914400"/>
          </a:xfrm>
          <a:custGeom>
            <a:avLst/>
            <a:gdLst>
              <a:gd name="connisteX0" fmla="*/ 0 w 914400"/>
              <a:gd name="connsiteY0" fmla="*/ 457200 h 914400"/>
              <a:gd name="connisteX1" fmla="*/ 457200 w 914400"/>
              <a:gd name="connsiteY1" fmla="*/ 0 h 914400"/>
              <a:gd name="connisteX2" fmla="*/ 457200 w 914400"/>
              <a:gd name="connsiteY2" fmla="*/ 0 h 914400"/>
              <a:gd name="connisteX3" fmla="*/ 914400 w 914400"/>
              <a:gd name="connsiteY3" fmla="*/ 457200 h 914400"/>
              <a:gd name="connisteX4" fmla="*/ 914400 w 914400"/>
              <a:gd name="connsiteY4" fmla="*/ 457200 h 914400"/>
              <a:gd name="connisteX5" fmla="*/ 457200 w 914400"/>
              <a:gd name="connsiteY5" fmla="*/ 914400 h 914400"/>
              <a:gd name="connisteX6" fmla="*/ 457200 w 914400"/>
              <a:gd name="connsiteY6" fmla="*/ 914400 h 914400"/>
              <a:gd name="connisteX7" fmla="*/ 0 w 914400"/>
              <a:gd name="connsiteY7" fmla="*/ 457200 h 914400"/>
              <a:gd name="connisteX8" fmla="*/ 0 w 914400"/>
              <a:gd name="connsiteY8" fmla="*/ 457200 h 91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457200"/>
                </a:moveTo>
                <a:cubicBezTo>
                  <a:pt x="0" y="204695"/>
                  <a:pt x="204695" y="0"/>
                  <a:pt x="457200" y="0"/>
                </a:cubicBezTo>
                <a:lnTo>
                  <a:pt x="457200" y="0"/>
                </a:lnTo>
                <a:cubicBezTo>
                  <a:pt x="709705" y="0"/>
                  <a:pt x="914400" y="204695"/>
                  <a:pt x="914400" y="457200"/>
                </a:cubicBezTo>
                <a:lnTo>
                  <a:pt x="914400" y="457200"/>
                </a:lnTo>
                <a:cubicBezTo>
                  <a:pt x="914400" y="709705"/>
                  <a:pt x="709705" y="914400"/>
                  <a:pt x="457200" y="914400"/>
                </a:cubicBezTo>
                <a:lnTo>
                  <a:pt x="457200" y="914400"/>
                </a:lnTo>
                <a:cubicBezTo>
                  <a:pt x="204695" y="914400"/>
                  <a:pt x="0" y="709705"/>
                  <a:pt x="0" y="457200"/>
                </a:cubicBezTo>
                <a:lnTo>
                  <a:pt x="0" y="4572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7" name="文本占位符 16"/>
          <p:cNvSpPr>
            <a:spLocks noGrp="1"/>
          </p:cNvSpPr>
          <p:nvPr>
            <p:ph type="body" idx="16392" hasCustomPrompt="1"/>
            <p:custDataLst>
              <p:tags r:id="rId13"/>
            </p:custDataLst>
          </p:nvPr>
        </p:nvSpPr>
        <p:spPr>
          <a:xfrm>
            <a:off x="7493000" y="4114800"/>
            <a:ext cx="40894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3" hasCustomPrompt="1"/>
            <p:custDataLst>
              <p:tags r:id="rId14"/>
            </p:custDataLst>
          </p:nvPr>
        </p:nvSpPr>
        <p:spPr>
          <a:xfrm>
            <a:off x="7493000" y="4622800"/>
            <a:ext cx="40894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正文页-上标下内-装饰左-默认位置-并列-34_20_group1">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图片占位符 6"/>
          <p:cNvSpPr>
            <a:spLocks noGrp="1"/>
          </p:cNvSpPr>
          <p:nvPr>
            <p:ph type="pic" idx="16392" hasCustomPrompt="1"/>
            <p:custDataLst>
              <p:tags r:id="rId3"/>
            </p:custDataLst>
          </p:nvPr>
        </p:nvSpPr>
        <p:spPr>
          <a:xfrm>
            <a:off x="609600" y="16002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文本占位符 7"/>
          <p:cNvSpPr>
            <a:spLocks noGrp="1"/>
          </p:cNvSpPr>
          <p:nvPr>
            <p:ph type="body" idx="16386" hasCustomPrompt="1"/>
            <p:custDataLst>
              <p:tags r:id="rId4"/>
            </p:custDataLst>
          </p:nvPr>
        </p:nvSpPr>
        <p:spPr>
          <a:xfrm>
            <a:off x="2082800" y="16510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2082800" y="21590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图片占位符 9"/>
          <p:cNvSpPr>
            <a:spLocks noGrp="1"/>
          </p:cNvSpPr>
          <p:nvPr>
            <p:ph type="pic" idx="16393" hasCustomPrompt="1"/>
            <p:custDataLst>
              <p:tags r:id="rId6"/>
            </p:custDataLst>
          </p:nvPr>
        </p:nvSpPr>
        <p:spPr>
          <a:xfrm>
            <a:off x="609600" y="32766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文本占位符 10"/>
          <p:cNvSpPr>
            <a:spLocks noGrp="1"/>
          </p:cNvSpPr>
          <p:nvPr>
            <p:ph type="body" idx="16388" hasCustomPrompt="1"/>
            <p:custDataLst>
              <p:tags r:id="rId7"/>
            </p:custDataLst>
          </p:nvPr>
        </p:nvSpPr>
        <p:spPr>
          <a:xfrm>
            <a:off x="2082800" y="33274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8"/>
            </p:custDataLst>
          </p:nvPr>
        </p:nvSpPr>
        <p:spPr>
          <a:xfrm>
            <a:off x="2082800" y="38354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图片占位符 12"/>
          <p:cNvSpPr>
            <a:spLocks noGrp="1"/>
          </p:cNvSpPr>
          <p:nvPr>
            <p:ph type="pic" idx="16394" hasCustomPrompt="1"/>
            <p:custDataLst>
              <p:tags r:id="rId9"/>
            </p:custDataLst>
          </p:nvPr>
        </p:nvSpPr>
        <p:spPr>
          <a:xfrm>
            <a:off x="609600" y="4953000"/>
            <a:ext cx="1219200" cy="1219200"/>
          </a:xfrm>
          <a:custGeom>
            <a:avLst/>
            <a:gdLst>
              <a:gd name="connisteX0" fmla="*/ 0 w 1219200"/>
              <a:gd name="connsiteY0" fmla="*/ 609600 h 1219200"/>
              <a:gd name="connisteX1" fmla="*/ 609600 w 1219200"/>
              <a:gd name="connsiteY1" fmla="*/ 0 h 1219200"/>
              <a:gd name="connisteX2" fmla="*/ 609600 w 1219200"/>
              <a:gd name="connsiteY2" fmla="*/ 0 h 1219200"/>
              <a:gd name="connisteX3" fmla="*/ 1219200 w 1219200"/>
              <a:gd name="connsiteY3" fmla="*/ 609600 h 1219200"/>
              <a:gd name="connisteX4" fmla="*/ 1219200 w 1219200"/>
              <a:gd name="connsiteY4" fmla="*/ 609600 h 1219200"/>
              <a:gd name="connisteX5" fmla="*/ 609600 w 1219200"/>
              <a:gd name="connsiteY5" fmla="*/ 1219200 h 1219200"/>
              <a:gd name="connisteX6" fmla="*/ 609600 w 1219200"/>
              <a:gd name="connsiteY6" fmla="*/ 1219200 h 1219200"/>
              <a:gd name="connisteX7" fmla="*/ 0 w 1219200"/>
              <a:gd name="connsiteY7" fmla="*/ 609600 h 1219200"/>
              <a:gd name="connisteX8" fmla="*/ 0 w 1219200"/>
              <a:gd name="connsiteY8" fmla="*/ 609600 h 1219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200" h="1219200">
                <a:moveTo>
                  <a:pt x="0" y="609600"/>
                </a:moveTo>
                <a:cubicBezTo>
                  <a:pt x="0" y="272927"/>
                  <a:pt x="272927" y="0"/>
                  <a:pt x="609600" y="0"/>
                </a:cubicBezTo>
                <a:lnTo>
                  <a:pt x="609600" y="0"/>
                </a:lnTo>
                <a:cubicBezTo>
                  <a:pt x="946273" y="0"/>
                  <a:pt x="1219200" y="272927"/>
                  <a:pt x="1219200" y="609600"/>
                </a:cubicBezTo>
                <a:lnTo>
                  <a:pt x="1219200" y="609600"/>
                </a:lnTo>
                <a:cubicBezTo>
                  <a:pt x="1219200" y="946273"/>
                  <a:pt x="946273" y="1219200"/>
                  <a:pt x="609600" y="1219200"/>
                </a:cubicBezTo>
                <a:lnTo>
                  <a:pt x="609600" y="1219200"/>
                </a:lnTo>
                <a:cubicBezTo>
                  <a:pt x="272927" y="1219200"/>
                  <a:pt x="0" y="946273"/>
                  <a:pt x="0" y="609600"/>
                </a:cubicBezTo>
                <a:lnTo>
                  <a:pt x="0" y="609600"/>
                </a:lnTo>
                <a:close/>
              </a:path>
            </a:pathLst>
          </a:custGeom>
          <a:solidFill>
            <a:srgbClr val="DDDDDD"/>
          </a:solidFill>
          <a:ln>
            <a:noFill/>
          </a:ln>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90" hasCustomPrompt="1"/>
            <p:custDataLst>
              <p:tags r:id="rId10"/>
            </p:custDataLst>
          </p:nvPr>
        </p:nvSpPr>
        <p:spPr>
          <a:xfrm>
            <a:off x="2082800" y="5003800"/>
            <a:ext cx="9499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11"/>
            </p:custDataLst>
          </p:nvPr>
        </p:nvSpPr>
        <p:spPr>
          <a:xfrm>
            <a:off x="2082800" y="5511800"/>
            <a:ext cx="94996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正文页-上标下内-装饰右-默认位置-并列-27_36_group1">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8" hasCustomPrompt="1"/>
            <p:custDataLst>
              <p:tags r:id="rId3"/>
            </p:custDataLst>
          </p:nvPr>
        </p:nvSpPr>
        <p:spPr>
          <a:xfrm>
            <a:off x="609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8" hasCustomPrompt="1"/>
            <p:custDataLst>
              <p:tags r:id="rId4"/>
            </p:custDataLst>
          </p:nvPr>
        </p:nvSpPr>
        <p:spPr>
          <a:xfrm>
            <a:off x="781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01</a:t>
            </a:r>
            <a:endParaRPr lang="zh-CN" altLang="en-US" smtClean="0"/>
          </a:p>
        </p:txBody>
      </p:sp>
      <p:sp>
        <p:nvSpPr>
          <p:cNvPr id="9" name="文本占位符 8"/>
          <p:cNvSpPr>
            <a:spLocks noGrp="1"/>
          </p:cNvSpPr>
          <p:nvPr>
            <p:ph type="body" idx="16386" hasCustomPrompt="1"/>
            <p:custDataLst>
              <p:tags r:id="rId5"/>
            </p:custDataLst>
          </p:nvPr>
        </p:nvSpPr>
        <p:spPr>
          <a:xfrm>
            <a:off x="1574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0" name="文本占位符 9"/>
          <p:cNvSpPr>
            <a:spLocks noGrp="1"/>
          </p:cNvSpPr>
          <p:nvPr>
            <p:ph type="body" idx="16387" hasCustomPrompt="1"/>
            <p:custDataLst>
              <p:tags r:id="rId6"/>
            </p:custDataLst>
          </p:nvPr>
        </p:nvSpPr>
        <p:spPr>
          <a:xfrm>
            <a:off x="1574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1" name="装饰  0"/>
          <p:cNvSpPr>
            <a:spLocks noGrp="1"/>
          </p:cNvSpPr>
          <p:nvPr>
            <p:ph type="body" idx="16399" hasCustomPrompt="1"/>
            <p:custDataLst>
              <p:tags r:id="rId7"/>
            </p:custDataLst>
          </p:nvPr>
        </p:nvSpPr>
        <p:spPr>
          <a:xfrm>
            <a:off x="6324600" y="19812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2" name="文本占位符 11"/>
          <p:cNvSpPr>
            <a:spLocks noGrp="1"/>
          </p:cNvSpPr>
          <p:nvPr>
            <p:ph type="body" idx="16391" hasCustomPrompt="1"/>
            <p:custDataLst>
              <p:tags r:id="rId8"/>
            </p:custDataLst>
          </p:nvPr>
        </p:nvSpPr>
        <p:spPr>
          <a:xfrm>
            <a:off x="6496050" y="21844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02</a:t>
            </a:r>
            <a:endParaRPr lang="zh-CN" altLang="en-US" smtClean="0"/>
          </a:p>
        </p:txBody>
      </p:sp>
      <p:sp>
        <p:nvSpPr>
          <p:cNvPr id="13" name="文本占位符 12"/>
          <p:cNvSpPr>
            <a:spLocks noGrp="1"/>
          </p:cNvSpPr>
          <p:nvPr>
            <p:ph type="body" idx="16389" hasCustomPrompt="1"/>
            <p:custDataLst>
              <p:tags r:id="rId9"/>
            </p:custDataLst>
          </p:nvPr>
        </p:nvSpPr>
        <p:spPr>
          <a:xfrm>
            <a:off x="7289800" y="19812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4" name="文本占位符 13"/>
          <p:cNvSpPr>
            <a:spLocks noGrp="1"/>
          </p:cNvSpPr>
          <p:nvPr>
            <p:ph type="body" idx="16390" hasCustomPrompt="1"/>
            <p:custDataLst>
              <p:tags r:id="rId10"/>
            </p:custDataLst>
          </p:nvPr>
        </p:nvSpPr>
        <p:spPr>
          <a:xfrm>
            <a:off x="7289800" y="24384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5" name="装饰  4"/>
          <p:cNvSpPr>
            <a:spLocks noGrp="1"/>
          </p:cNvSpPr>
          <p:nvPr>
            <p:ph type="body" idx="16400" hasCustomPrompt="1"/>
            <p:custDataLst>
              <p:tags r:id="rId11"/>
            </p:custDataLst>
          </p:nvPr>
        </p:nvSpPr>
        <p:spPr>
          <a:xfrm>
            <a:off x="609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6" name="文本占位符 15"/>
          <p:cNvSpPr>
            <a:spLocks noGrp="1"/>
          </p:cNvSpPr>
          <p:nvPr>
            <p:ph type="body" idx="16394" hasCustomPrompt="1"/>
            <p:custDataLst>
              <p:tags r:id="rId12"/>
            </p:custDataLst>
          </p:nvPr>
        </p:nvSpPr>
        <p:spPr>
          <a:xfrm>
            <a:off x="781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03</a:t>
            </a:r>
            <a:endParaRPr lang="zh-CN" altLang="en-US" smtClean="0"/>
          </a:p>
        </p:txBody>
      </p:sp>
      <p:sp>
        <p:nvSpPr>
          <p:cNvPr id="17" name="文本占位符 16"/>
          <p:cNvSpPr>
            <a:spLocks noGrp="1"/>
          </p:cNvSpPr>
          <p:nvPr>
            <p:ph type="body" idx="16392" hasCustomPrompt="1"/>
            <p:custDataLst>
              <p:tags r:id="rId13"/>
            </p:custDataLst>
          </p:nvPr>
        </p:nvSpPr>
        <p:spPr>
          <a:xfrm>
            <a:off x="1574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8" name="文本占位符 17"/>
          <p:cNvSpPr>
            <a:spLocks noGrp="1"/>
          </p:cNvSpPr>
          <p:nvPr>
            <p:ph type="body" idx="16393" hasCustomPrompt="1"/>
            <p:custDataLst>
              <p:tags r:id="rId14"/>
            </p:custDataLst>
          </p:nvPr>
        </p:nvSpPr>
        <p:spPr>
          <a:xfrm>
            <a:off x="1574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9" name="装饰  8"/>
          <p:cNvSpPr>
            <a:spLocks noGrp="1"/>
          </p:cNvSpPr>
          <p:nvPr>
            <p:ph type="body" idx="16401" hasCustomPrompt="1"/>
            <p:custDataLst>
              <p:tags r:id="rId15"/>
            </p:custDataLst>
          </p:nvPr>
        </p:nvSpPr>
        <p:spPr>
          <a:xfrm>
            <a:off x="6324600" y="4114800"/>
            <a:ext cx="762000" cy="762000"/>
          </a:xfrm>
          <a:custGeom>
            <a:avLst/>
            <a:gdLst>
              <a:gd name="connisteX0" fmla="*/ 0 w 762000"/>
              <a:gd name="connsiteY0" fmla="*/ 203200 h 762000"/>
              <a:gd name="connisteX1" fmla="*/ 203200 w 762000"/>
              <a:gd name="connsiteY1" fmla="*/ 0 h 762000"/>
              <a:gd name="connisteX2" fmla="*/ 558800 w 762000"/>
              <a:gd name="connsiteY2" fmla="*/ 0 h 762000"/>
              <a:gd name="connisteX3" fmla="*/ 762000 w 762000"/>
              <a:gd name="connsiteY3" fmla="*/ 203200 h 762000"/>
              <a:gd name="connisteX4" fmla="*/ 762000 w 762000"/>
              <a:gd name="connsiteY4" fmla="*/ 558800 h 762000"/>
              <a:gd name="connisteX5" fmla="*/ 558800 w 762000"/>
              <a:gd name="connsiteY5" fmla="*/ 762000 h 762000"/>
              <a:gd name="connisteX6" fmla="*/ 203200 w 762000"/>
              <a:gd name="connsiteY6" fmla="*/ 762000 h 762000"/>
              <a:gd name="connisteX7" fmla="*/ 0 w 762000"/>
              <a:gd name="connsiteY7" fmla="*/ 558800 h 762000"/>
              <a:gd name="connisteX8" fmla="*/ 0 w 762000"/>
              <a:gd name="connsiteY8" fmla="*/ 2032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762000" h="762000">
                <a:moveTo>
                  <a:pt x="0" y="203200"/>
                </a:moveTo>
                <a:cubicBezTo>
                  <a:pt x="0" y="90976"/>
                  <a:pt x="90976" y="0"/>
                  <a:pt x="203200" y="0"/>
                </a:cubicBezTo>
                <a:lnTo>
                  <a:pt x="558800" y="0"/>
                </a:lnTo>
                <a:cubicBezTo>
                  <a:pt x="671024" y="0"/>
                  <a:pt x="762000" y="90976"/>
                  <a:pt x="762000" y="203200"/>
                </a:cubicBezTo>
                <a:lnTo>
                  <a:pt x="762000" y="558800"/>
                </a:lnTo>
                <a:cubicBezTo>
                  <a:pt x="762000" y="671024"/>
                  <a:pt x="671024" y="762000"/>
                  <a:pt x="558800" y="762000"/>
                </a:cubicBezTo>
                <a:lnTo>
                  <a:pt x="203200" y="762000"/>
                </a:lnTo>
                <a:cubicBezTo>
                  <a:pt x="90976" y="762000"/>
                  <a:pt x="0" y="671024"/>
                  <a:pt x="0" y="558800"/>
                </a:cubicBezTo>
                <a:lnTo>
                  <a:pt x="0" y="203200"/>
                </a:lnTo>
                <a:close/>
              </a:path>
            </a:pathLst>
          </a:custGeom>
          <a:solidFill>
            <a:schemeClr val="accent1"/>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0" name="文本占位符 19"/>
          <p:cNvSpPr>
            <a:spLocks noGrp="1"/>
          </p:cNvSpPr>
          <p:nvPr>
            <p:ph type="body" idx="16397" hasCustomPrompt="1"/>
            <p:custDataLst>
              <p:tags r:id="rId16"/>
            </p:custDataLst>
          </p:nvPr>
        </p:nvSpPr>
        <p:spPr>
          <a:xfrm>
            <a:off x="6496050" y="4318000"/>
            <a:ext cx="419100" cy="355600"/>
          </a:xfrm>
          <a:noFill/>
        </p:spPr>
        <p:txBody>
          <a:bodyPr wrap="none" lIns="0" tIns="0" rIns="0" bIns="0" anchor="ctr">
            <a:noAutofit/>
          </a:bodyPr>
          <a:lstStyle>
            <a:lvl1pPr marL="0" indent="0" algn="ctr">
              <a:lnSpc>
                <a:spcPct val="109000"/>
              </a:lnSpc>
              <a:spcBef>
                <a:spcPct val="0"/>
              </a:spcBef>
              <a:spcAft>
                <a:spcPct val="0"/>
              </a:spcAft>
              <a:buNone/>
              <a:defRPr sz="2800" b="0" spc="0">
                <a:solidFill>
                  <a:srgbClr val="FFFFFF"/>
                </a:solidFill>
              </a:defRPr>
            </a:lvl1pPr>
          </a:lstStyle>
          <a:p>
            <a:pPr lvl="0"/>
            <a:r>
              <a:rPr lang="zh-CN" altLang="en-US" smtClean="0"/>
              <a:t>04</a:t>
            </a:r>
            <a:endParaRPr lang="zh-CN" altLang="en-US" smtClean="0"/>
          </a:p>
        </p:txBody>
      </p:sp>
      <p:sp>
        <p:nvSpPr>
          <p:cNvPr id="21" name="文本占位符 20"/>
          <p:cNvSpPr>
            <a:spLocks noGrp="1"/>
          </p:cNvSpPr>
          <p:nvPr>
            <p:ph type="body" idx="16395" hasCustomPrompt="1"/>
            <p:custDataLst>
              <p:tags r:id="rId17"/>
            </p:custDataLst>
          </p:nvPr>
        </p:nvSpPr>
        <p:spPr>
          <a:xfrm>
            <a:off x="7289800" y="4114800"/>
            <a:ext cx="42926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文本占位符 21"/>
          <p:cNvSpPr>
            <a:spLocks noGrp="1"/>
          </p:cNvSpPr>
          <p:nvPr>
            <p:ph type="body" idx="16396" hasCustomPrompt="1"/>
            <p:custDataLst>
              <p:tags r:id="rId18"/>
            </p:custDataLst>
          </p:nvPr>
        </p:nvSpPr>
        <p:spPr>
          <a:xfrm>
            <a:off x="7289800" y="4572000"/>
            <a:ext cx="4292600" cy="12192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7" Type="http://schemas.openxmlformats.org/officeDocument/2006/relationships/theme" Target="../theme/theme2.xml"/><Relationship Id="rId16" Type="http://schemas.openxmlformats.org/officeDocument/2006/relationships/slideLayout" Target="../slideLayouts/slideLayout42.xml"/><Relationship Id="rId15" Type="http://schemas.openxmlformats.org/officeDocument/2006/relationships/slideLayout" Target="../slideLayouts/slideLayout41.xml"/><Relationship Id="rId14" Type="http://schemas.openxmlformats.org/officeDocument/2006/relationships/slideLayout" Target="../slideLayouts/slideLayout40.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366513-2240-D843-A60E-E31E9B6202EB}" type="datetimeFigureOut">
              <a:rPr kumimoji="1" lang="zh-CN" altLang="en-US" smtClean="0"/>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67CC8E-A4C6-C842-B7A9-DEA609CDF44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366513-2240-D843-A60E-E31E9B6202EB}"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67CC8E-A4C6-C842-B7A9-DEA609CDF44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7.xml"/><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54.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9.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0.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4" Type="http://schemas.openxmlformats.org/officeDocument/2006/relationships/slideLayout" Target="../slideLayouts/slideLayout28.xml"/><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8.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5.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6.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8.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19.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0.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8.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3.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4.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5.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6.png"/><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27.png"/><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6" Type="http://schemas.openxmlformats.org/officeDocument/2006/relationships/slideLayout" Target="../slideLayouts/slideLayout28.xml"/><Relationship Id="rId15" Type="http://schemas.openxmlformats.org/officeDocument/2006/relationships/tags" Target="../tags/tag82.xml"/><Relationship Id="rId14" Type="http://schemas.openxmlformats.org/officeDocument/2006/relationships/tags" Target="../tags/tag8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2"/>
          <p:cNvSpPr txBox="1">
            <a:spLocks noChangeArrowheads="1"/>
          </p:cNvSpPr>
          <p:nvPr/>
        </p:nvSpPr>
        <p:spPr bwMode="auto">
          <a:xfrm>
            <a:off x="2796540" y="2934970"/>
            <a:ext cx="919924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0" algn="r" eaLnBrk="1" hangingPunct="1"/>
            <a:r>
              <a:rPr lang="en-US" altLang="zh-CN" sz="3200" b="1" dirty="0">
                <a:solidFill>
                  <a:srgbClr val="184199"/>
                </a:solidFill>
                <a:latin typeface="微软雅黑" panose="020B0503020204020204" charset="-122"/>
                <a:ea typeface="微软雅黑" panose="020B0503020204020204" charset="-122"/>
                <a:cs typeface="微软雅黑" panose="020B0503020204020204" charset="-122"/>
              </a:rPr>
              <a:t>2025</a:t>
            </a:r>
            <a:r>
              <a:rPr lang="zh-CN" altLang="en-US" sz="3200" b="1" dirty="0">
                <a:solidFill>
                  <a:srgbClr val="184199"/>
                </a:solidFill>
                <a:latin typeface="微软雅黑" panose="020B0503020204020204" charset="-122"/>
                <a:ea typeface="微软雅黑" panose="020B0503020204020204" charset="-122"/>
                <a:cs typeface="微软雅黑" panose="020B0503020204020204" charset="-122"/>
              </a:rPr>
              <a:t>届新员工</a:t>
            </a:r>
            <a:r>
              <a:rPr lang="zh-CN" sz="3200" b="1" dirty="0">
                <a:solidFill>
                  <a:srgbClr val="184199"/>
                </a:solidFill>
                <a:latin typeface="微软雅黑" panose="020B0503020204020204" charset="-122"/>
                <a:ea typeface="微软雅黑" panose="020B0503020204020204" charset="-122"/>
                <a:cs typeface="微软雅黑" panose="020B0503020204020204" charset="-122"/>
              </a:rPr>
              <a:t>大比武</a:t>
            </a:r>
            <a:endParaRPr lang="en-US" altLang="zh-CN" sz="2400" b="1" dirty="0">
              <a:solidFill>
                <a:srgbClr val="184199"/>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2"/>
          <a:stretch>
            <a:fillRect/>
          </a:stretch>
        </p:blipFill>
        <p:spPr>
          <a:xfrm>
            <a:off x="9914205" y="4772569"/>
            <a:ext cx="1482188" cy="281683"/>
          </a:xfrm>
          <a:prstGeom prst="rect">
            <a:avLst/>
          </a:prstGeom>
        </p:spPr>
      </p:pic>
      <p:sp>
        <p:nvSpPr>
          <p:cNvPr id="3" name="矩形 2"/>
          <p:cNvSpPr/>
          <p:nvPr/>
        </p:nvSpPr>
        <p:spPr>
          <a:xfrm>
            <a:off x="9469522" y="4237411"/>
            <a:ext cx="2526311" cy="369332"/>
          </a:xfrm>
          <a:prstGeom prst="rect">
            <a:avLst/>
          </a:prstGeom>
          <a:solidFill>
            <a:srgbClr val="184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9842110" y="4238836"/>
            <a:ext cx="2076444" cy="368300"/>
          </a:xfrm>
          <a:prstGeom prst="rect">
            <a:avLst/>
          </a:prstGeom>
        </p:spPr>
        <p:txBody>
          <a:bodyPr wrap="square">
            <a:spAutoFit/>
          </a:bodyPr>
          <a:lstStyle/>
          <a:p>
            <a:pPr lvl="0" algn="dist"/>
            <a:r>
              <a:rPr lang="en-US" altLang="zh-CN" dirty="0">
                <a:solidFill>
                  <a:prstClr val="white"/>
                </a:solidFill>
              </a:rPr>
              <a:t>2025</a:t>
            </a:r>
            <a:r>
              <a:rPr lang="zh-CN" altLang="en-US" dirty="0">
                <a:solidFill>
                  <a:prstClr val="white"/>
                </a:solidFill>
              </a:rPr>
              <a:t>年</a:t>
            </a:r>
            <a:r>
              <a:rPr lang="en-US" altLang="zh-CN" dirty="0">
                <a:solidFill>
                  <a:prstClr val="white"/>
                </a:solidFill>
              </a:rPr>
              <a:t>11</a:t>
            </a:r>
            <a:r>
              <a:rPr lang="zh-CN" altLang="en-US" dirty="0">
                <a:solidFill>
                  <a:prstClr val="white"/>
                </a:solidFill>
              </a:rPr>
              <a:t>月</a:t>
            </a: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3" cstate="email"/>
          <a:stretch>
            <a:fillRect/>
          </a:stretch>
        </p:blipFill>
        <p:spPr>
          <a:xfrm>
            <a:off x="9994499" y="1701215"/>
            <a:ext cx="1274450" cy="4399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graphicFrame>
        <p:nvGraphicFramePr>
          <p:cNvPr id="4" name="表格 3"/>
          <p:cNvGraphicFramePr>
            <a:graphicFrameLocks noGrp="1"/>
          </p:cNvGraphicFramePr>
          <p:nvPr>
            <p:custDataLst>
              <p:tags r:id="rId2"/>
            </p:custDataLst>
          </p:nvPr>
        </p:nvGraphicFramePr>
        <p:xfrm>
          <a:off x="262890" y="236855"/>
          <a:ext cx="11631295" cy="5170805"/>
        </p:xfrm>
        <a:graphic>
          <a:graphicData uri="http://schemas.openxmlformats.org/drawingml/2006/table">
            <a:tbl>
              <a:tblPr/>
              <a:tblGrid>
                <a:gridCol w="1060450"/>
                <a:gridCol w="2606675"/>
                <a:gridCol w="1832610"/>
                <a:gridCol w="2602230"/>
                <a:gridCol w="895985"/>
                <a:gridCol w="2633345"/>
              </a:tblGrid>
              <a:tr h="520065">
                <a:tc gridSpan="6">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基本信息</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538ED5"/>
                    </a:solidFill>
                  </a:tcPr>
                </a:tc>
                <a:tc hMerge="1">
                  <a:tcPr/>
                </a:tc>
                <a:tc hMerge="1">
                  <a:tcPr/>
                </a:tc>
                <a:tc hMerge="1">
                  <a:tcPr/>
                </a:tc>
                <a:tc hMerge="1">
                  <a:tcPr/>
                </a:tc>
                <a:tc hMerge="1">
                  <a:tcPr/>
                </a:tc>
              </a:tr>
              <a:tr h="643890">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姓名工号</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高艺峰</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所属团队</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algn="l" defTabSz="914400" rtl="0" eaLnBrk="1" fontAlgn="ctr" latinLnBrk="0" hangingPunct="1">
                        <a:lnSpc>
                          <a:spcPct val="100000"/>
                        </a:lnSpc>
                        <a:buClrTx/>
                        <a:buSzTx/>
                        <a:buFontTx/>
                        <a:buNone/>
                      </a:pPr>
                      <a:r>
                        <a:rPr kumimoji="0" lang="en-US" altLang="zh-CN" sz="140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xdlp</a:t>
                      </a:r>
                      <a:r>
                        <a:rPr kumimoji="0" lang="zh-CN" altLang="en-US" sz="140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业务组</a:t>
                      </a:r>
                      <a:endParaRPr kumimoji="0" lang="zh-CN" altLang="en-US" sz="140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p>
                      <a:pPr marL="0" marR="0" lvl="0" algn="ctr" defTabSz="914400" rtl="0" eaLnBrk="1" fontAlgn="ctr" latinLnBrk="0" hangingPunct="1">
                        <a:lnSpc>
                          <a:spcPct val="100000"/>
                        </a:lnSpc>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导师</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肖康军</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634365">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毕业时间</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2025</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年</a:t>
                      </a: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7</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月</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入职时间</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2025</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年</a:t>
                      </a: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7</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月　</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     </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岗位</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开发工程师</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518795">
                <a:tc gridSpan="6">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关键工作内容</a:t>
                      </a:r>
                      <a:r>
                        <a:rPr kumimoji="0" lang="en-US" altLang="zh-CN"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a:t>
                      </a: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成果</a:t>
                      </a:r>
                      <a:endPar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538ED5"/>
                    </a:solidFill>
                  </a:tcPr>
                </a:tc>
                <a:tc hMerge="1">
                  <a:tcPr/>
                </a:tc>
                <a:tc hMerge="1">
                  <a:tcPr/>
                </a:tc>
                <a:tc hMerge="1">
                  <a:tcPr/>
                </a:tc>
                <a:tc hMerge="1">
                  <a:tcPr/>
                </a:tc>
                <a:tc hMerge="1">
                  <a:tcPr/>
                </a:tc>
              </a:tr>
              <a:tr h="918845">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1</a:t>
                      </a:r>
                      <a:endPar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rPr>
                        <a:t> </a:t>
                      </a:r>
                      <a:r>
                        <a:rPr lang="en-US" altLang="zh-CN"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OA</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审批</a:t>
                      </a:r>
                      <a:r>
                        <a:rPr lang="en-US" altLang="zh-CN"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0730</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迭代，负责</a:t>
                      </a:r>
                      <a:r>
                        <a:rPr lang="en-US" altLang="zh-CN"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mock-server</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工具研发，</a:t>
                      </a:r>
                      <a:r>
                        <a:rPr lang="en-US" altLang="zh-CN"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mock</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实现三大</a:t>
                      </a:r>
                      <a:r>
                        <a:rPr lang="en-US" altLang="zh-CN"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oa</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平台，</a:t>
                      </a:r>
                      <a:r>
                        <a:rPr lang="zh-CN" altLang="en-US" sz="1400" b="1">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消除内网测试断点</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，显著提高内网测试</a:t>
                      </a:r>
                      <a:r>
                        <a:rPr lang="en-US" altLang="zh-CN"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OA</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审批功能效率。</a:t>
                      </a:r>
                      <a:endPar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r>
              <a:tr h="991235">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2</a:t>
                      </a:r>
                      <a:endPar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 </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数据地图</a:t>
                      </a: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1030</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迭代，</a:t>
                      </a:r>
                      <a:r>
                        <a:rPr kumimoji="0" lang="zh-CN"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通过</a:t>
                      </a:r>
                      <a:r>
                        <a:rPr kumimoji="0" lang="en-US" altLang="zh-CN"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AI</a:t>
                      </a: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提效</a:t>
                      </a:r>
                      <a:r>
                        <a:rPr kumimoji="0" lang="en-US" altLang="zh-CN"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80%</a:t>
                      </a: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开发效率</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，高效完成功能实现，完成</a:t>
                      </a: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40+TD</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修复，主动识别深层隐患，保障迭代功能按时上线，</a:t>
                      </a: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从</a:t>
                      </a:r>
                      <a:r>
                        <a:rPr kumimoji="0" lang="en-US" altLang="zh-CN"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0</a:t>
                      </a: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到</a:t>
                      </a:r>
                      <a:r>
                        <a:rPr kumimoji="0" lang="en-US" altLang="zh-CN"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1</a:t>
                      </a:r>
                      <a:r>
                        <a:rPr kumimoji="0" lang="zh-CN" altLang="en-US" sz="1400" b="1"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补全产品缺失功能</a:t>
                      </a:r>
                      <a:r>
                        <a:rPr kumimoji="0" lang="zh-CN" altLang="en-US"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a:t>
                      </a:r>
                      <a:endPar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r>
              <a:tr h="943610">
                <a:tc>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rPr>
                        <a:t>3</a:t>
                      </a:r>
                      <a:endParaRPr kumimoji="0" lang="en-US" altLang="zh-CN" sz="1400" b="0" i="0" u="none" strike="noStrike" cap="none" normalizeH="0" baseline="0">
                        <a:ln>
                          <a:noFill/>
                        </a:ln>
                        <a:solidFill>
                          <a:schemeClr val="tx1"/>
                        </a:solidFill>
                        <a:effectLst/>
                        <a:latin typeface="微软雅黑" panose="020B0503020204020204" charset="-122"/>
                        <a:ea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spcBef>
                          <a:spcPct val="20000"/>
                        </a:spcBef>
                        <a:buFont typeface="Arial" panose="020B0604020202020204" pitchFamily="34" charset="0"/>
                        <a:defRPr>
                          <a:solidFill>
                            <a:schemeClr val="tx1"/>
                          </a:solidFill>
                          <a:latin typeface="Calibri" panose="020F0502020204030204" charset="0"/>
                          <a:ea typeface="宋体" panose="02010600030101010101" pitchFamily="2" charset="-122"/>
                          <a:sym typeface="Calibri" panose="020F0502020204030204" charset="0"/>
                        </a:defRPr>
                      </a:lvl2pPr>
                      <a:lvl3pPr marL="1143000" indent="-228600">
                        <a:spcBef>
                          <a:spcPct val="20000"/>
                        </a:spcBef>
                        <a:buFont typeface="Arial" panose="020B0604020202020204" pitchFamily="34" charset="0"/>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4pPr>
                      <a:lvl5pPr marL="2057400" indent="-228600">
                        <a:spcBef>
                          <a:spcPct val="20000"/>
                        </a:spcBef>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defRPr sz="1400">
                          <a:solidFill>
                            <a:schemeClr val="tx1"/>
                          </a:solidFill>
                          <a:latin typeface="Calibri" panose="020F0502020204030204" charset="0"/>
                          <a:ea typeface="宋体" panose="02010600030101010101" pitchFamily="2" charset="-122"/>
                          <a:sym typeface="Calibri" panose="020F0502020204030204" charset="0"/>
                        </a:defRPr>
                      </a:lvl9pPr>
                    </a:lstStyle>
                    <a:p>
                      <a:pPr marL="0" marR="0" lvl="0" indent="0" algn="l" defTabSz="914400" rtl="0" eaLnBrk="1" fontAlgn="ctr" latinLnBrk="0" hangingPunct="1">
                        <a:lnSpc>
                          <a:spcPct val="100000"/>
                        </a:lnSpc>
                        <a:spcBef>
                          <a:spcPct val="0"/>
                        </a:spcBef>
                        <a:spcAft>
                          <a:spcPct val="0"/>
                        </a:spcAft>
                        <a:buClrTx/>
                        <a:buSzTx/>
                        <a:buFontTx/>
                        <a:buNone/>
                      </a:pPr>
                      <a:r>
                        <a:rPr 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 </a:t>
                      </a:r>
                      <a:r>
                        <a:rPr lang="zh-CN" altLang="en-US"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负责</a:t>
                      </a:r>
                      <a:r>
                        <a:rPr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XDLP泄密分析页面性能优化，通过深度的架构重构和查询逻辑优化，正面硬刚历史问题，实现1800%查询跃升，</a:t>
                      </a:r>
                      <a:r>
                        <a:rPr lang="zh-CN" sz="1400" b="1">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解决客户不可用问题</a:t>
                      </a:r>
                      <a:r>
                        <a:rPr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rPr>
                        <a:t>。</a:t>
                      </a:r>
                      <a:endParaRPr sz="1400">
                        <a:ln>
                          <a:noFill/>
                        </a:ln>
                        <a:effectLst/>
                        <a:latin typeface="微软雅黑" panose="020B0503020204020204" charset="-122"/>
                        <a:ea typeface="微软雅黑" panose="020B0503020204020204" charset="-122"/>
                        <a:cs typeface="微软雅黑" panose="020B0503020204020204" charset="-122"/>
                        <a:sym typeface="Calibri" panose="020F0502020204030204" charset="0"/>
                      </a:endParaRPr>
                    </a:p>
                  </a:txBody>
                  <a:tcPr marL="9525" marR="9525" marT="9525" marB="0" anchor="ctr"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3149600" y="2249805"/>
            <a:ext cx="8148955" cy="1881505"/>
          </a:xfrm>
        </p:spPr>
        <p:txBody>
          <a:bodyPr>
            <a:normAutofit/>
          </a:bodyPr>
          <a:p>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一、关键工作内容及成果 </a:t>
            </a:r>
            <a:b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br>
            <a:b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br>
            <a:endParaRPr lang="zh-CN" altLang="en-US" sz="1780"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fontScale="90000"/>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1. OA</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审批：</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mock-server</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研发</a:t>
            </a:r>
            <a:endParaRPr 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711835" y="842010"/>
            <a:ext cx="10927080" cy="513080"/>
          </a:xfrm>
          <a:prstGeom prst="rect">
            <a:avLst/>
          </a:prstGeom>
          <a:noFill/>
        </p:spPr>
        <p:txBody>
          <a:bodyPr wrap="square" rtlCol="0">
            <a:noAutofit/>
          </a:bodyPr>
          <a:p>
            <a:r>
              <a:rPr lang="zh-CN" altLang="en-US" sz="2400"/>
              <a:t>时间跨度：7.30-8.25</a:t>
            </a:r>
            <a:endParaRPr lang="zh-CN" altLang="en-US"/>
          </a:p>
          <a:p>
            <a:endParaRPr lang="zh-CN" altLang="en-US"/>
          </a:p>
          <a:p>
            <a:endParaRPr lang="zh-CN" altLang="en-US"/>
          </a:p>
        </p:txBody>
      </p:sp>
      <p:sp>
        <p:nvSpPr>
          <p:cNvPr id="9" name="文本框 8"/>
          <p:cNvSpPr txBox="1"/>
          <p:nvPr/>
        </p:nvSpPr>
        <p:spPr>
          <a:xfrm>
            <a:off x="711835" y="1355090"/>
            <a:ext cx="10927080" cy="1824990"/>
          </a:xfrm>
          <a:prstGeom prst="rect">
            <a:avLst/>
          </a:prstGeom>
          <a:noFill/>
        </p:spPr>
        <p:txBody>
          <a:bodyPr wrap="square" rtlCol="0">
            <a:noAutofit/>
          </a:bodyPr>
          <a:p>
            <a:r>
              <a:rPr lang="zh-CN" altLang="en-US" sz="2400" b="1">
                <a:sym typeface="+mn-ea"/>
              </a:rPr>
              <a:t>问题背景：</a:t>
            </a:r>
            <a:endParaRPr lang="en-US" altLang="zh-CN" sz="2400" b="1"/>
          </a:p>
          <a:p>
            <a:endParaRPr lang="en-US" altLang="zh-CN"/>
          </a:p>
          <a:p>
            <a:r>
              <a:rPr lang="zh-CN" altLang="en-US" sz="2000"/>
              <a:t>开发过程中，开发环境和测试环境都是在内网，但</a:t>
            </a:r>
            <a:r>
              <a:rPr lang="en-US" altLang="zh-CN" sz="2000"/>
              <a:t>OA</a:t>
            </a:r>
            <a:r>
              <a:rPr lang="zh-CN" altLang="en-US" sz="2000"/>
              <a:t>审批迭代强依赖外网</a:t>
            </a:r>
            <a:r>
              <a:rPr lang="en-US" altLang="zh-CN" sz="2000"/>
              <a:t>OA</a:t>
            </a:r>
            <a:r>
              <a:rPr lang="zh-CN" altLang="en-US" sz="2000"/>
              <a:t>平台提供的能力，而内网环境无法访问外网，导致测试和开发流程阻塞。</a:t>
            </a:r>
            <a:endParaRPr lang="zh-CN" altLang="en-US" sz="2000" b="1"/>
          </a:p>
        </p:txBody>
      </p:sp>
      <p:pic>
        <p:nvPicPr>
          <p:cNvPr id="4" name="图片 3"/>
          <p:cNvPicPr>
            <a:picLocks noChangeAspect="1"/>
          </p:cNvPicPr>
          <p:nvPr/>
        </p:nvPicPr>
        <p:blipFill>
          <a:blip r:embed="rId2"/>
          <a:stretch>
            <a:fillRect/>
          </a:stretch>
        </p:blipFill>
        <p:spPr>
          <a:xfrm>
            <a:off x="1664970" y="2937510"/>
            <a:ext cx="8399780" cy="3688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fontScale="90000"/>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1. OA</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审批：</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mock-server</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研发</a:t>
            </a:r>
            <a:endParaRPr 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833120" y="956945"/>
            <a:ext cx="10796270" cy="2078990"/>
          </a:xfrm>
          <a:prstGeom prst="rect">
            <a:avLst/>
          </a:prstGeom>
          <a:noFill/>
        </p:spPr>
        <p:txBody>
          <a:bodyPr wrap="square" rtlCol="0">
            <a:noAutofit/>
          </a:bodyPr>
          <a:p>
            <a:r>
              <a:rPr lang="zh-CN" altLang="en-US" sz="2400" b="1"/>
              <a:t>临时解决方案：</a:t>
            </a:r>
            <a:endParaRPr lang="zh-CN" altLang="en-US" sz="2400" b="1"/>
          </a:p>
          <a:p>
            <a:endParaRPr lang="zh-CN" altLang="en-US"/>
          </a:p>
          <a:p>
            <a:r>
              <a:rPr lang="en-US" altLang="zh-CN" sz="2000"/>
              <a:t>1.</a:t>
            </a:r>
            <a:r>
              <a:rPr lang="zh-CN" altLang="en-US" sz="2000"/>
              <a:t>在外网集成环境测试：每次测试都需要提单到集成环境测试，严重影响开发和测试效率。</a:t>
            </a:r>
            <a:endParaRPr lang="zh-CN" altLang="en-US" sz="2000"/>
          </a:p>
          <a:p>
            <a:endParaRPr lang="zh-CN" altLang="en-US" sz="2000"/>
          </a:p>
          <a:p>
            <a:r>
              <a:rPr lang="en-US" altLang="zh-CN" sz="2000"/>
              <a:t>2.</a:t>
            </a:r>
            <a:r>
              <a:rPr lang="zh-CN" altLang="en-US" sz="2000"/>
              <a:t>在内网构建代理通道：成功解决基本的测试和开发问题，但只能作为临时方案，内网与外网联通</a:t>
            </a:r>
            <a:r>
              <a:rPr lang="zh-CN" altLang="en-US" sz="2000" b="1"/>
              <a:t>不安全、不符合规范</a:t>
            </a:r>
            <a:r>
              <a:rPr lang="zh-CN" altLang="en-US" sz="2000"/>
              <a:t>。</a:t>
            </a:r>
            <a:endParaRPr lang="zh-CN" altLang="en-US" sz="2000"/>
          </a:p>
        </p:txBody>
      </p:sp>
      <p:pic>
        <p:nvPicPr>
          <p:cNvPr id="5" name="图片 4"/>
          <p:cNvPicPr>
            <a:picLocks noChangeAspect="1"/>
          </p:cNvPicPr>
          <p:nvPr/>
        </p:nvPicPr>
        <p:blipFill>
          <a:blip r:embed="rId2"/>
          <a:stretch>
            <a:fillRect/>
          </a:stretch>
        </p:blipFill>
        <p:spPr>
          <a:xfrm>
            <a:off x="3990340" y="2673985"/>
            <a:ext cx="7154545" cy="4184015"/>
          </a:xfrm>
          <a:prstGeom prst="rect">
            <a:avLst/>
          </a:prstGeom>
        </p:spPr>
      </p:pic>
      <p:sp>
        <p:nvSpPr>
          <p:cNvPr id="7" name="文本框 6"/>
          <p:cNvSpPr txBox="1"/>
          <p:nvPr/>
        </p:nvSpPr>
        <p:spPr>
          <a:xfrm>
            <a:off x="468630" y="3528060"/>
            <a:ext cx="3275965" cy="1506220"/>
          </a:xfrm>
          <a:prstGeom prst="rect">
            <a:avLst/>
          </a:prstGeom>
          <a:noFill/>
        </p:spPr>
        <p:txBody>
          <a:bodyPr wrap="square" rtlCol="0">
            <a:noAutofit/>
          </a:bodyPr>
          <a:p>
            <a:r>
              <a:rPr lang="zh-CN" altLang="en-US" sz="2400" b="1"/>
              <a:t>根治方案：</a:t>
            </a:r>
            <a:endParaRPr lang="zh-CN" altLang="en-US" sz="2400" b="1"/>
          </a:p>
          <a:p>
            <a:endParaRPr lang="zh-CN" altLang="en-US"/>
          </a:p>
          <a:p>
            <a:r>
              <a:rPr lang="zh-CN" altLang="en-US" sz="2000"/>
              <a:t>在内网构建</a:t>
            </a:r>
            <a:r>
              <a:rPr lang="en-US" altLang="zh-CN" sz="2000"/>
              <a:t>OA</a:t>
            </a:r>
            <a:r>
              <a:rPr lang="zh-CN" altLang="en-US" sz="2000"/>
              <a:t>平台的能力。</a:t>
            </a:r>
            <a:endParaRPr lang="zh-C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pic>
        <p:nvPicPr>
          <p:cNvPr id="14" name="图片 13"/>
          <p:cNvPicPr>
            <a:picLocks noChangeAspect="1"/>
          </p:cNvPicPr>
          <p:nvPr/>
        </p:nvPicPr>
        <p:blipFill>
          <a:blip r:embed="rId2"/>
          <a:stretch>
            <a:fillRect/>
          </a:stretch>
        </p:blipFill>
        <p:spPr>
          <a:xfrm>
            <a:off x="2784475" y="351790"/>
            <a:ext cx="8862695" cy="6180455"/>
          </a:xfrm>
          <a:prstGeom prst="rect">
            <a:avLst/>
          </a:prstGeom>
        </p:spPr>
      </p:pic>
      <p:sp>
        <p:nvSpPr>
          <p:cNvPr id="2" name="标题 1"/>
          <p:cNvSpPr>
            <a:spLocks noGrp="1"/>
          </p:cNvSpPr>
          <p:nvPr>
            <p:ph type="title"/>
          </p:nvPr>
        </p:nvSpPr>
        <p:spPr>
          <a:xfrm>
            <a:off x="143510" y="71120"/>
            <a:ext cx="4529455" cy="569595"/>
          </a:xfrm>
        </p:spPr>
        <p:txBody>
          <a:bodyPr>
            <a:normAutofit fontScale="90000"/>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1. OA</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审批：</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mock-server</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研发</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717550" y="861695"/>
            <a:ext cx="5082540" cy="625475"/>
          </a:xfrm>
          <a:prstGeom prst="rect">
            <a:avLst/>
          </a:prstGeom>
          <a:noFill/>
        </p:spPr>
        <p:txBody>
          <a:bodyPr wrap="square" rtlCol="0">
            <a:noAutofit/>
          </a:bodyPr>
          <a:p>
            <a:r>
              <a:rPr lang="zh-CN" altLang="en-US"/>
              <a:t>研发</a:t>
            </a:r>
            <a:r>
              <a:rPr lang="en-US" altLang="zh-CN"/>
              <a:t>mock-server</a:t>
            </a:r>
            <a:r>
              <a:rPr lang="zh-CN" altLang="en-US"/>
              <a:t>，对接第三方</a:t>
            </a:r>
            <a:r>
              <a:rPr lang="en-US" altLang="zh-CN"/>
              <a:t>oa</a:t>
            </a:r>
            <a:r>
              <a:rPr lang="zh-CN" altLang="en-US"/>
              <a:t>平台</a:t>
            </a:r>
            <a:r>
              <a:rPr lang="en-US" altLang="zh-CN"/>
              <a:t>api</a:t>
            </a:r>
            <a:r>
              <a:rPr lang="zh-CN" altLang="en-US"/>
              <a:t>。</a:t>
            </a:r>
            <a:endParaRPr lang="zh-CN" altLang="en-US"/>
          </a:p>
        </p:txBody>
      </p:sp>
      <p:sp>
        <p:nvSpPr>
          <p:cNvPr id="4" name="文本框 3"/>
          <p:cNvSpPr txBox="1"/>
          <p:nvPr/>
        </p:nvSpPr>
        <p:spPr>
          <a:xfrm>
            <a:off x="240665" y="1939290"/>
            <a:ext cx="2499360" cy="3262630"/>
          </a:xfrm>
          <a:prstGeom prst="rect">
            <a:avLst/>
          </a:prstGeom>
          <a:noFill/>
        </p:spPr>
        <p:txBody>
          <a:bodyPr wrap="square" rtlCol="0">
            <a:noAutofit/>
          </a:bodyPr>
          <a:p>
            <a:r>
              <a:rPr lang="zh-CN" altLang="en-US"/>
              <a:t>内网也能测试</a:t>
            </a:r>
            <a:r>
              <a:rPr lang="en-US" altLang="zh-CN"/>
              <a:t>OA</a:t>
            </a:r>
            <a:r>
              <a:rPr lang="zh-CN" altLang="en-US"/>
              <a:t>审批功能：</a:t>
            </a:r>
            <a:endParaRPr lang="zh-CN" altLang="en-US"/>
          </a:p>
          <a:p>
            <a:r>
              <a:rPr lang="en-US" altLang="zh-CN"/>
              <a:t>1.</a:t>
            </a:r>
            <a:r>
              <a:rPr lang="zh-CN" altLang="en-US"/>
              <a:t>无需到集成环境</a:t>
            </a:r>
            <a:endParaRPr lang="zh-CN" altLang="en-US"/>
          </a:p>
          <a:p>
            <a:r>
              <a:rPr lang="en-US" altLang="zh-CN"/>
              <a:t>2.</a:t>
            </a:r>
            <a:r>
              <a:rPr lang="zh-CN" altLang="en-US"/>
              <a:t>无需配置代理</a:t>
            </a:r>
            <a:endParaRPr lang="zh-CN" altLang="en-US"/>
          </a:p>
          <a:p>
            <a:endParaRPr lang="zh-CN" altLang="en-US"/>
          </a:p>
          <a:p>
            <a:r>
              <a:rPr lang="zh-CN" altLang="en-US" b="1"/>
              <a:t>显著提高测试效率。</a:t>
            </a:r>
            <a:endParaRPr lang="zh-CN" altLang="en-US"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fontScale="90000"/>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1. OA</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审批：</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mock-server</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研发</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17716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5" name="图形 3"/>
          <p:cNvSpPr/>
          <p:nvPr>
            <p:custDataLst>
              <p:tags r:id="rId2"/>
            </p:custDataLst>
          </p:nvPr>
        </p:nvSpPr>
        <p:spPr>
          <a:xfrm>
            <a:off x="696000" y="1341439"/>
            <a:ext cx="5656607" cy="4934454"/>
          </a:xfrm>
          <a:custGeom>
            <a:avLst/>
            <a:gdLst>
              <a:gd name="connsiteX0" fmla="*/ 0 w 5656607"/>
              <a:gd name="connsiteY0" fmla="*/ 298931 h 4934454"/>
              <a:gd name="connsiteX1" fmla="*/ 0 w 5656607"/>
              <a:gd name="connsiteY1" fmla="*/ 4635524 h 4934454"/>
              <a:gd name="connsiteX2" fmla="*/ 312591 w 5656607"/>
              <a:gd name="connsiteY2" fmla="*/ 4934455 h 4934454"/>
              <a:gd name="connsiteX3" fmla="*/ 4364164 w 5656607"/>
              <a:gd name="connsiteY3" fmla="*/ 4934455 h 4934454"/>
              <a:gd name="connsiteX4" fmla="*/ 4669709 w 5656607"/>
              <a:gd name="connsiteY4" fmla="*/ 4698646 h 4934454"/>
              <a:gd name="connsiteX5" fmla="*/ 5649438 w 5656607"/>
              <a:gd name="connsiteY5" fmla="*/ 362058 h 4934454"/>
              <a:gd name="connsiteX6" fmla="*/ 5343892 w 5656607"/>
              <a:gd name="connsiteY6" fmla="*/ 0 h 4934454"/>
              <a:gd name="connsiteX7" fmla="*/ 312591 w 5656607"/>
              <a:gd name="connsiteY7" fmla="*/ 0 h 4934454"/>
              <a:gd name="connsiteX8" fmla="*/ 0 w 5656607"/>
              <a:gd name="connsiteY8" fmla="*/ 298931 h 493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6607" h="4934454">
                <a:moveTo>
                  <a:pt x="0" y="298931"/>
                </a:moveTo>
                <a:lnTo>
                  <a:pt x="0" y="4635524"/>
                </a:lnTo>
                <a:cubicBezTo>
                  <a:pt x="0" y="4800617"/>
                  <a:pt x="139952" y="4934455"/>
                  <a:pt x="312591" y="4934455"/>
                </a:cubicBezTo>
                <a:lnTo>
                  <a:pt x="4364164" y="4934455"/>
                </a:lnTo>
                <a:cubicBezTo>
                  <a:pt x="4511369" y="4934455"/>
                  <a:pt x="4638625" y="4836244"/>
                  <a:pt x="4669709" y="4698646"/>
                </a:cubicBezTo>
                <a:lnTo>
                  <a:pt x="5649438" y="362058"/>
                </a:lnTo>
                <a:cubicBezTo>
                  <a:pt x="5691506" y="175836"/>
                  <a:pt x="5543119" y="0"/>
                  <a:pt x="5343892" y="0"/>
                </a:cubicBezTo>
                <a:lnTo>
                  <a:pt x="312591" y="0"/>
                </a:lnTo>
                <a:cubicBezTo>
                  <a:pt x="139952" y="0"/>
                  <a:pt x="0" y="133836"/>
                  <a:pt x="0" y="298931"/>
                </a:cubicBezTo>
                <a:close/>
              </a:path>
            </a:pathLst>
          </a:custGeom>
          <a:solidFill>
            <a:schemeClr val="accent1"/>
          </a:solidFill>
          <a:ln w="6243" cap="flat">
            <a:noFill/>
            <a:prstDash val="solid"/>
            <a:miter/>
          </a:ln>
        </p:spPr>
        <p:txBody>
          <a:bodyPr rtlCol="0" anchor="ctr"/>
          <a:lstStyle/>
          <a:p>
            <a:endParaRPr lang="zh-CN" altLang="en-US"/>
          </a:p>
        </p:txBody>
      </p:sp>
      <p:sp>
        <p:nvSpPr>
          <p:cNvPr id="8" name="图形 1"/>
          <p:cNvSpPr/>
          <p:nvPr>
            <p:custDataLst>
              <p:tags r:id="rId3"/>
            </p:custDataLst>
          </p:nvPr>
        </p:nvSpPr>
        <p:spPr>
          <a:xfrm flipH="1" flipV="1">
            <a:off x="5763757" y="1341439"/>
            <a:ext cx="5656607" cy="4934454"/>
          </a:xfrm>
          <a:custGeom>
            <a:avLst/>
            <a:gdLst>
              <a:gd name="connsiteX0" fmla="*/ 0 w 5656607"/>
              <a:gd name="connsiteY0" fmla="*/ 298931 h 4934454"/>
              <a:gd name="connsiteX1" fmla="*/ 0 w 5656607"/>
              <a:gd name="connsiteY1" fmla="*/ 4635524 h 4934454"/>
              <a:gd name="connsiteX2" fmla="*/ 312591 w 5656607"/>
              <a:gd name="connsiteY2" fmla="*/ 4934455 h 4934454"/>
              <a:gd name="connsiteX3" fmla="*/ 4364164 w 5656607"/>
              <a:gd name="connsiteY3" fmla="*/ 4934455 h 4934454"/>
              <a:gd name="connsiteX4" fmla="*/ 4669709 w 5656607"/>
              <a:gd name="connsiteY4" fmla="*/ 4698646 h 4934454"/>
              <a:gd name="connsiteX5" fmla="*/ 5649438 w 5656607"/>
              <a:gd name="connsiteY5" fmla="*/ 362058 h 4934454"/>
              <a:gd name="connsiteX6" fmla="*/ 5343892 w 5656607"/>
              <a:gd name="connsiteY6" fmla="*/ 0 h 4934454"/>
              <a:gd name="connsiteX7" fmla="*/ 312591 w 5656607"/>
              <a:gd name="connsiteY7" fmla="*/ 0 h 4934454"/>
              <a:gd name="connsiteX8" fmla="*/ 0 w 5656607"/>
              <a:gd name="connsiteY8" fmla="*/ 298931 h 4934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6607" h="4934454">
                <a:moveTo>
                  <a:pt x="0" y="298931"/>
                </a:moveTo>
                <a:lnTo>
                  <a:pt x="0" y="4635524"/>
                </a:lnTo>
                <a:cubicBezTo>
                  <a:pt x="0" y="4800617"/>
                  <a:pt x="139952" y="4934455"/>
                  <a:pt x="312591" y="4934455"/>
                </a:cubicBezTo>
                <a:lnTo>
                  <a:pt x="4364164" y="4934455"/>
                </a:lnTo>
                <a:cubicBezTo>
                  <a:pt x="4511369" y="4934455"/>
                  <a:pt x="4638625" y="4836244"/>
                  <a:pt x="4669709" y="4698646"/>
                </a:cubicBezTo>
                <a:lnTo>
                  <a:pt x="5649438" y="362058"/>
                </a:lnTo>
                <a:cubicBezTo>
                  <a:pt x="5691506" y="175836"/>
                  <a:pt x="5543119" y="0"/>
                  <a:pt x="5343892" y="0"/>
                </a:cubicBezTo>
                <a:lnTo>
                  <a:pt x="312591" y="0"/>
                </a:lnTo>
                <a:cubicBezTo>
                  <a:pt x="139952" y="0"/>
                  <a:pt x="0" y="133836"/>
                  <a:pt x="0" y="298931"/>
                </a:cubicBezTo>
                <a:close/>
              </a:path>
            </a:pathLst>
          </a:custGeom>
          <a:solidFill>
            <a:schemeClr val="tx1">
              <a:lumMod val="40000"/>
              <a:lumOff val="60000"/>
              <a:alpha val="15000"/>
            </a:schemeClr>
          </a:solidFill>
          <a:ln w="6243" cap="flat">
            <a:noFill/>
            <a:prstDash val="solid"/>
            <a:miter/>
          </a:ln>
        </p:spPr>
        <p:txBody>
          <a:bodyPr rtlCol="0" anchor="ctr"/>
          <a:lstStyle/>
          <a:p>
            <a:endParaRPr lang="zh-CN" altLang="en-US" dirty="0">
              <a:solidFill>
                <a:schemeClr val="bg1">
                  <a:lumMod val="95000"/>
                </a:schemeClr>
              </a:solidFill>
            </a:endParaRPr>
          </a:p>
        </p:txBody>
      </p:sp>
      <p:sp>
        <p:nvSpPr>
          <p:cNvPr id="11" name="矩形 10"/>
          <p:cNvSpPr/>
          <p:nvPr>
            <p:custDataLst>
              <p:tags r:id="rId4"/>
            </p:custDataLst>
          </p:nvPr>
        </p:nvSpPr>
        <p:spPr>
          <a:xfrm>
            <a:off x="1062636" y="2727232"/>
            <a:ext cx="4395629" cy="3179459"/>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500" b="1">
                <a:solidFill>
                  <a:schemeClr val="bg1"/>
                </a:solidFill>
                <a:sym typeface="+mn-ea"/>
              </a:rPr>
              <a:t>需要</a:t>
            </a:r>
            <a:r>
              <a:rPr lang="en-US" altLang="zh-CN" sz="1500" b="1">
                <a:solidFill>
                  <a:schemeClr val="bg1"/>
                </a:solidFill>
                <a:sym typeface="+mn-ea"/>
              </a:rPr>
              <a:t>mock</a:t>
            </a:r>
            <a:r>
              <a:rPr lang="zh-CN" altLang="en-US" sz="1500" b="1">
                <a:solidFill>
                  <a:schemeClr val="bg1"/>
                </a:solidFill>
                <a:sym typeface="+mn-ea"/>
              </a:rPr>
              <a:t>实现的</a:t>
            </a:r>
            <a:r>
              <a:rPr lang="en-US" altLang="zh-CN" sz="1500" b="1">
                <a:solidFill>
                  <a:schemeClr val="bg1"/>
                </a:solidFill>
                <a:sym typeface="+mn-ea"/>
              </a:rPr>
              <a:t>oa</a:t>
            </a:r>
            <a:r>
              <a:rPr lang="zh-CN" altLang="en-US" sz="1500" b="1">
                <a:solidFill>
                  <a:schemeClr val="bg1"/>
                </a:solidFill>
                <a:sym typeface="+mn-ea"/>
              </a:rPr>
              <a:t>接口多</a:t>
            </a:r>
            <a:r>
              <a:rPr lang="zh-CN" altLang="en-US" sz="1500">
                <a:solidFill>
                  <a:schemeClr val="bg1"/>
                </a:solidFill>
                <a:sym typeface="+mn-ea"/>
              </a:rPr>
              <a:t>，本次迭代涉及的</a:t>
            </a:r>
            <a:r>
              <a:rPr lang="en-US" altLang="zh-CN" sz="1500">
                <a:solidFill>
                  <a:schemeClr val="bg1"/>
                </a:solidFill>
                <a:sym typeface="+mn-ea"/>
              </a:rPr>
              <a:t>oa</a:t>
            </a:r>
            <a:r>
              <a:rPr lang="zh-CN" altLang="en-US" sz="1500">
                <a:solidFill>
                  <a:schemeClr val="bg1"/>
                </a:solidFill>
                <a:sym typeface="+mn-ea"/>
              </a:rPr>
              <a:t>平台（企微、钉钉、飞书）都需要</a:t>
            </a:r>
            <a:r>
              <a:rPr lang="en-US" altLang="zh-CN" sz="1500">
                <a:solidFill>
                  <a:schemeClr val="bg1"/>
                </a:solidFill>
                <a:sym typeface="+mn-ea"/>
              </a:rPr>
              <a:t>mock</a:t>
            </a:r>
            <a:r>
              <a:rPr lang="zh-CN" altLang="en-US" sz="1500">
                <a:solidFill>
                  <a:schemeClr val="bg1"/>
                </a:solidFill>
                <a:sym typeface="+mn-ea"/>
              </a:rPr>
              <a:t>实现，包括：</a:t>
            </a:r>
            <a:endParaRPr lang="zh-CN" altLang="en-US" sz="1500">
              <a:solidFill>
                <a:schemeClr val="bg1"/>
              </a:solidFill>
              <a:sym typeface="+mn-ea"/>
            </a:endParaRPr>
          </a:p>
          <a:p>
            <a:pPr>
              <a:lnSpc>
                <a:spcPct val="150000"/>
              </a:lnSpc>
              <a:spcBef>
                <a:spcPct val="0"/>
              </a:spcBef>
              <a:spcAft>
                <a:spcPct val="0"/>
              </a:spcAft>
            </a:pPr>
            <a:r>
              <a:rPr lang="en-US" altLang="zh-CN" sz="1500">
                <a:solidFill>
                  <a:schemeClr val="bg1"/>
                </a:solidFill>
                <a:sym typeface="+mn-ea"/>
              </a:rPr>
              <a:t>1.</a:t>
            </a:r>
            <a:r>
              <a:rPr lang="zh-CN" altLang="en-US" sz="1500">
                <a:solidFill>
                  <a:schemeClr val="bg1"/>
                </a:solidFill>
                <a:sym typeface="+mn-ea"/>
              </a:rPr>
              <a:t>基础的组织架构接口（</a:t>
            </a:r>
            <a:r>
              <a:rPr lang="en-US" altLang="zh-CN" sz="1500">
                <a:solidFill>
                  <a:schemeClr val="bg1"/>
                </a:solidFill>
                <a:sym typeface="+mn-ea"/>
              </a:rPr>
              <a:t>idaas</a:t>
            </a:r>
            <a:r>
              <a:rPr lang="zh-CN" altLang="en-US" sz="1500">
                <a:solidFill>
                  <a:schemeClr val="bg1"/>
                </a:solidFill>
                <a:sym typeface="+mn-ea"/>
              </a:rPr>
              <a:t>同步用户源使用）。</a:t>
            </a:r>
            <a:endParaRPr lang="zh-CN" altLang="en-US" sz="1500">
              <a:solidFill>
                <a:schemeClr val="bg1"/>
              </a:solidFill>
              <a:sym typeface="+mn-ea"/>
            </a:endParaRPr>
          </a:p>
          <a:p>
            <a:pPr>
              <a:lnSpc>
                <a:spcPct val="150000"/>
              </a:lnSpc>
              <a:spcBef>
                <a:spcPct val="0"/>
              </a:spcBef>
              <a:spcAft>
                <a:spcPct val="0"/>
              </a:spcAft>
            </a:pPr>
            <a:r>
              <a:rPr lang="en-US" altLang="zh-CN" sz="1500">
                <a:solidFill>
                  <a:schemeClr val="bg1"/>
                </a:solidFill>
                <a:sym typeface="+mn-ea"/>
              </a:rPr>
              <a:t>2.</a:t>
            </a:r>
            <a:r>
              <a:rPr lang="zh-CN" altLang="en-US" sz="1500">
                <a:solidFill>
                  <a:schemeClr val="bg1"/>
                </a:solidFill>
                <a:sym typeface="+mn-ea"/>
              </a:rPr>
              <a:t>审批、审批回调接口（</a:t>
            </a:r>
            <a:r>
              <a:rPr lang="en-US" altLang="zh-CN" sz="1500">
                <a:solidFill>
                  <a:schemeClr val="bg1"/>
                </a:solidFill>
                <a:sym typeface="+mn-ea"/>
              </a:rPr>
              <a:t>oa</a:t>
            </a:r>
            <a:r>
              <a:rPr lang="zh-CN" altLang="en-US" sz="1500">
                <a:solidFill>
                  <a:schemeClr val="bg1"/>
                </a:solidFill>
                <a:sym typeface="+mn-ea"/>
              </a:rPr>
              <a:t>审批相关）。</a:t>
            </a:r>
            <a:endParaRPr lang="zh-CN" altLang="en-US" sz="1500">
              <a:solidFill>
                <a:schemeClr val="bg1"/>
              </a:solidFill>
              <a:sym typeface="+mn-ea"/>
            </a:endParaRPr>
          </a:p>
          <a:p>
            <a:pPr>
              <a:lnSpc>
                <a:spcPct val="150000"/>
              </a:lnSpc>
              <a:spcBef>
                <a:spcPct val="0"/>
              </a:spcBef>
              <a:spcAft>
                <a:spcPct val="0"/>
              </a:spcAft>
            </a:pPr>
            <a:r>
              <a:rPr lang="en-US" altLang="zh-CN" sz="1500">
                <a:solidFill>
                  <a:schemeClr val="bg1"/>
                </a:solidFill>
                <a:sym typeface="+mn-ea"/>
              </a:rPr>
              <a:t>3.</a:t>
            </a:r>
            <a:r>
              <a:rPr lang="zh-CN" altLang="en-US" sz="1500">
                <a:solidFill>
                  <a:schemeClr val="bg1"/>
                </a:solidFill>
                <a:sym typeface="+mn-ea"/>
              </a:rPr>
              <a:t>自动化与性能测试</a:t>
            </a:r>
            <a:r>
              <a:rPr lang="zh-CN" altLang="en-US" sz="1500">
                <a:solidFill>
                  <a:schemeClr val="bg1"/>
                </a:solidFill>
                <a:sym typeface="+mn-ea"/>
              </a:rPr>
              <a:t>适配。</a:t>
            </a:r>
            <a:endParaRPr lang="zh-CN" altLang="en-US" sz="1500">
              <a:solidFill>
                <a:schemeClr val="bg1"/>
              </a:solidFill>
              <a:sym typeface="+mn-ea"/>
            </a:endParaRPr>
          </a:p>
        </p:txBody>
      </p:sp>
      <p:sp>
        <p:nvSpPr>
          <p:cNvPr id="12" name="矩形 11"/>
          <p:cNvSpPr/>
          <p:nvPr>
            <p:custDataLst>
              <p:tags r:id="rId5"/>
            </p:custDataLst>
          </p:nvPr>
        </p:nvSpPr>
        <p:spPr>
          <a:xfrm>
            <a:off x="6719243" y="2727232"/>
            <a:ext cx="4395629" cy="3179459"/>
          </a:xfrm>
          <a:prstGeom prst="rect">
            <a:avLst/>
          </a:prstGeom>
          <a:noFill/>
        </p:spPr>
        <p:txBody>
          <a:bodyPr wrap="square" lIns="0" tIns="0" rIns="0" bIns="0" rtlCol="0" anchor="t" anchorCtr="0">
            <a:noAutofit/>
          </a:bodyPr>
          <a:lstStyle/>
          <a:p>
            <a:pPr indent="0" algn="l" fontAlgn="auto">
              <a:lnSpc>
                <a:spcPct val="150000"/>
              </a:lnSpc>
              <a:spcBef>
                <a:spcPct val="0"/>
              </a:spcBef>
              <a:spcAft>
                <a:spcPct val="0"/>
              </a:spcAft>
            </a:pPr>
            <a:r>
              <a:rPr lang="en-US" altLang="zh-CN" sz="1500">
                <a:sym typeface="+mn-ea"/>
              </a:rPr>
              <a:t>1.</a:t>
            </a:r>
            <a:r>
              <a:rPr lang="zh-CN" altLang="en-US" sz="1500">
                <a:sym typeface="+mn-ea"/>
              </a:rPr>
              <a:t>成功按时完成</a:t>
            </a:r>
            <a:r>
              <a:rPr lang="en-US" altLang="zh-CN" sz="1500">
                <a:sym typeface="+mn-ea"/>
              </a:rPr>
              <a:t>mock-server</a:t>
            </a:r>
            <a:r>
              <a:rPr lang="zh-CN" altLang="en-US" sz="1500">
                <a:sym typeface="+mn-ea"/>
              </a:rPr>
              <a:t>研发，成功</a:t>
            </a:r>
            <a:r>
              <a:rPr lang="en-US" altLang="zh-CN" sz="1500">
                <a:sym typeface="+mn-ea"/>
              </a:rPr>
              <a:t>mock</a:t>
            </a:r>
            <a:r>
              <a:rPr lang="zh-CN" altLang="en-US" sz="1500">
                <a:sym typeface="+mn-ea"/>
              </a:rPr>
              <a:t>实现相关</a:t>
            </a:r>
            <a:r>
              <a:rPr lang="zh-CN" altLang="en-US" sz="1500">
                <a:sym typeface="+mn-ea"/>
              </a:rPr>
              <a:t>接口。</a:t>
            </a:r>
            <a:endParaRPr lang="zh-CN" altLang="en-US" sz="1500">
              <a:sym typeface="+mn-ea"/>
            </a:endParaRPr>
          </a:p>
          <a:p>
            <a:pPr indent="0" algn="l" fontAlgn="auto">
              <a:lnSpc>
                <a:spcPct val="150000"/>
              </a:lnSpc>
              <a:spcBef>
                <a:spcPct val="0"/>
              </a:spcBef>
              <a:spcAft>
                <a:spcPct val="0"/>
              </a:spcAft>
            </a:pPr>
            <a:r>
              <a:rPr lang="en-US" altLang="zh-CN" sz="1500">
                <a:sym typeface="+mn-ea"/>
              </a:rPr>
              <a:t>2.</a:t>
            </a:r>
            <a:r>
              <a:rPr lang="zh-CN" altLang="en-US" sz="1500">
                <a:sym typeface="+mn-ea"/>
              </a:rPr>
              <a:t>支撑</a:t>
            </a:r>
            <a:r>
              <a:rPr lang="en-US" altLang="zh-CN" sz="1500">
                <a:sym typeface="+mn-ea"/>
              </a:rPr>
              <a:t>oa</a:t>
            </a:r>
            <a:r>
              <a:rPr lang="zh-CN" altLang="en-US" sz="1500">
                <a:sym typeface="+mn-ea"/>
              </a:rPr>
              <a:t>审批自动化测试。</a:t>
            </a:r>
            <a:endParaRPr lang="zh-CN" altLang="en-US" sz="1500">
              <a:sym typeface="+mn-ea"/>
            </a:endParaRPr>
          </a:p>
          <a:p>
            <a:pPr indent="0" algn="l" fontAlgn="auto">
              <a:lnSpc>
                <a:spcPct val="150000"/>
              </a:lnSpc>
              <a:spcBef>
                <a:spcPct val="0"/>
              </a:spcBef>
              <a:spcAft>
                <a:spcPct val="0"/>
              </a:spcAft>
            </a:pPr>
            <a:r>
              <a:rPr lang="en-US" altLang="zh-CN" sz="1500">
                <a:sym typeface="+mn-ea"/>
              </a:rPr>
              <a:t>3.</a:t>
            </a:r>
            <a:r>
              <a:rPr lang="zh-CN" altLang="en-US" sz="1500">
                <a:sym typeface="+mn-ea"/>
              </a:rPr>
              <a:t>后续</a:t>
            </a:r>
            <a:r>
              <a:rPr lang="en-US" altLang="zh-CN" sz="1500">
                <a:sym typeface="+mn-ea"/>
              </a:rPr>
              <a:t>oa</a:t>
            </a:r>
            <a:r>
              <a:rPr lang="zh-CN" altLang="en-US" sz="1500">
                <a:sym typeface="+mn-ea"/>
              </a:rPr>
              <a:t>审批相关的测试工作仍使用</a:t>
            </a:r>
            <a:r>
              <a:rPr lang="en-US" altLang="zh-CN" sz="1500">
                <a:sym typeface="+mn-ea"/>
              </a:rPr>
              <a:t>mock-server</a:t>
            </a:r>
            <a:r>
              <a:rPr lang="zh-CN" altLang="en-US" sz="1500">
                <a:sym typeface="+mn-ea"/>
              </a:rPr>
              <a:t>进行，提高测试效率。</a:t>
            </a:r>
            <a:endParaRPr lang="zh-CN" altLang="en-US" sz="1500"/>
          </a:p>
          <a:p>
            <a:pPr algn="r">
              <a:lnSpc>
                <a:spcPct val="150000"/>
              </a:lnSpc>
              <a:spcBef>
                <a:spcPct val="0"/>
              </a:spcBef>
              <a:spcAft>
                <a:spcPct val="0"/>
              </a:spcAft>
            </a:pPr>
            <a:endParaRPr lang="zh-CN" altLang="en-US" sz="1500" dirty="0">
              <a:ln>
                <a:noFill/>
                <a:prstDash val="sysDot"/>
              </a:ln>
              <a:solidFill>
                <a:schemeClr val="tx1">
                  <a:lumMod val="85000"/>
                  <a:lumOff val="15000"/>
                </a:schemeClr>
              </a:solidFill>
              <a:latin typeface="+mn-ea"/>
              <a:cs typeface="+mn-ea"/>
            </a:endParaRPr>
          </a:p>
        </p:txBody>
      </p:sp>
      <p:pic>
        <p:nvPicPr>
          <p:cNvPr id="10" name="图形 9"/>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4919518" y="1848508"/>
            <a:ext cx="540512" cy="723455"/>
          </a:xfrm>
          <a:prstGeom prst="rect">
            <a:avLst/>
          </a:prstGeom>
        </p:spPr>
      </p:pic>
      <p:sp>
        <p:nvSpPr>
          <p:cNvPr id="44" name="标题"/>
          <p:cNvSpPr txBox="1"/>
          <p:nvPr>
            <p:custDataLst>
              <p:tags r:id="rId9"/>
            </p:custDataLst>
          </p:nvPr>
        </p:nvSpPr>
        <p:spPr>
          <a:xfrm>
            <a:off x="1062355" y="1731010"/>
            <a:ext cx="3807460" cy="958215"/>
          </a:xfrm>
          <a:prstGeom prst="rect">
            <a:avLst/>
          </a:prstGeom>
          <a:noFill/>
        </p:spPr>
        <p:txBody>
          <a:bodyPr wrap="square" lIns="0" tIns="0" rIns="0" bIns="0" rtlCol="0" anchor="ctr">
            <a:noAutofit/>
          </a:bodyPr>
          <a:lstStyle/>
          <a:p>
            <a:pPr algn="l"/>
            <a:r>
              <a:rPr lang="zh-CN" altLang="en-US" sz="2000" b="1" spc="300" dirty="0">
                <a:solidFill>
                  <a:srgbClr val="FFFFFF"/>
                </a:solidFill>
                <a:latin typeface="+mn-ea"/>
              </a:rPr>
              <a:t>项目</a:t>
            </a:r>
            <a:r>
              <a:rPr lang="zh-CN" altLang="en-US" sz="2000" b="1" spc="300" dirty="0">
                <a:solidFill>
                  <a:srgbClr val="FFFFFF"/>
                </a:solidFill>
                <a:latin typeface="+mn-ea"/>
              </a:rPr>
              <a:t>难点</a:t>
            </a:r>
            <a:endParaRPr lang="zh-CN" altLang="en-US" sz="2000" b="1" spc="300" dirty="0">
              <a:solidFill>
                <a:srgbClr val="FFFFFF"/>
              </a:solidFill>
              <a:latin typeface="+mn-ea"/>
            </a:endParaRPr>
          </a:p>
        </p:txBody>
      </p:sp>
      <p:sp>
        <p:nvSpPr>
          <p:cNvPr id="9" name="标题"/>
          <p:cNvSpPr txBox="1"/>
          <p:nvPr>
            <p:custDataLst>
              <p:tags r:id="rId10"/>
            </p:custDataLst>
          </p:nvPr>
        </p:nvSpPr>
        <p:spPr>
          <a:xfrm>
            <a:off x="7307580" y="1731010"/>
            <a:ext cx="3807460" cy="958215"/>
          </a:xfrm>
          <a:prstGeom prst="rect">
            <a:avLst/>
          </a:prstGeom>
          <a:noFill/>
        </p:spPr>
        <p:txBody>
          <a:bodyPr wrap="square" lIns="0" tIns="0" rIns="0" bIns="0" rtlCol="0" anchor="ctr">
            <a:noAutofit/>
          </a:bodyPr>
          <a:lstStyle/>
          <a:p>
            <a:pPr algn="r"/>
            <a:r>
              <a:rPr lang="zh-CN" altLang="en-US" sz="2000" b="1" spc="300" dirty="0">
                <a:solidFill>
                  <a:schemeClr val="accent1"/>
                </a:solidFill>
                <a:latin typeface="+mn-ea"/>
              </a:rPr>
              <a:t>项目</a:t>
            </a:r>
            <a:r>
              <a:rPr lang="zh-CN" altLang="en-US" sz="2000" b="1" spc="300" dirty="0">
                <a:solidFill>
                  <a:schemeClr val="accent1"/>
                </a:solidFill>
                <a:latin typeface="+mn-ea"/>
              </a:rPr>
              <a:t>成果</a:t>
            </a:r>
            <a:endParaRPr lang="zh-CN" altLang="en-US" sz="2000" b="1" spc="300" dirty="0">
              <a:solidFill>
                <a:schemeClr val="accent1"/>
              </a:solidFill>
              <a:latin typeface="+mn-ea"/>
            </a:endParaRPr>
          </a:p>
        </p:txBody>
      </p:sp>
      <p:pic>
        <p:nvPicPr>
          <p:cNvPr id="13" name="图片 12" descr="333438303937363b333438313037303bb6a8cebbb2fac6b7"/>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718935" y="1844476"/>
            <a:ext cx="675640" cy="675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fontScale="90000"/>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1. OA</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审批：</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mock-server</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研发</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2824480" y="793115"/>
            <a:ext cx="6019165" cy="460375"/>
          </a:xfrm>
          <a:prstGeom prst="rect">
            <a:avLst/>
          </a:prstGeom>
          <a:noFill/>
        </p:spPr>
        <p:txBody>
          <a:bodyPr wrap="square" rtlCol="0">
            <a:spAutoFit/>
          </a:bodyPr>
          <a:p>
            <a:r>
              <a:rPr lang="en-US" altLang="zh-CN" sz="2400" b="1">
                <a:sym typeface="+mn-ea"/>
              </a:rPr>
              <a:t>OA</a:t>
            </a:r>
            <a:r>
              <a:rPr lang="zh-CN" altLang="en-US" sz="2400" b="1">
                <a:sym typeface="+mn-ea"/>
              </a:rPr>
              <a:t>接口</a:t>
            </a:r>
            <a:r>
              <a:rPr lang="en-US" altLang="zh-CN" sz="2400" b="1">
                <a:sym typeface="+mn-ea"/>
              </a:rPr>
              <a:t>Mock</a:t>
            </a:r>
            <a:r>
              <a:rPr lang="zh-CN" altLang="en-US" sz="2400" b="1">
                <a:sym typeface="+mn-ea"/>
              </a:rPr>
              <a:t>的挑战与</a:t>
            </a:r>
            <a:r>
              <a:rPr lang="en-US" altLang="zh-CN" sz="2400" b="1">
                <a:sym typeface="+mn-ea"/>
              </a:rPr>
              <a:t>AI</a:t>
            </a:r>
            <a:r>
              <a:rPr lang="zh-CN" altLang="en-US" sz="2400" b="1">
                <a:sym typeface="+mn-ea"/>
              </a:rPr>
              <a:t>赋能方案</a:t>
            </a:r>
            <a:endParaRPr lang="zh-CN" altLang="en-US" sz="2400" b="1"/>
          </a:p>
        </p:txBody>
      </p:sp>
      <p:sp>
        <p:nvSpPr>
          <p:cNvPr id="3" name="圆角矩形 3"/>
          <p:cNvSpPr/>
          <p:nvPr>
            <p:custDataLst>
              <p:tags r:id="rId2"/>
            </p:custDataLst>
          </p:nvPr>
        </p:nvSpPr>
        <p:spPr>
          <a:xfrm>
            <a:off x="782896" y="1741748"/>
            <a:ext cx="5182929" cy="4246937"/>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mn-ea"/>
              <a:cs typeface="+mn-ea"/>
              <a:sym typeface="+mn-ea"/>
            </a:endParaRPr>
          </a:p>
        </p:txBody>
      </p:sp>
      <p:sp>
        <p:nvSpPr>
          <p:cNvPr id="4" name="圆角矩形 3"/>
          <p:cNvSpPr/>
          <p:nvPr>
            <p:custDataLst>
              <p:tags r:id="rId3"/>
            </p:custDataLst>
          </p:nvPr>
        </p:nvSpPr>
        <p:spPr>
          <a:xfrm>
            <a:off x="651510" y="1626870"/>
            <a:ext cx="5210810" cy="4266565"/>
          </a:xfrm>
          <a:prstGeom prst="roundRect">
            <a:avLst>
              <a:gd name="adj" fmla="val 5223"/>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lstStyle/>
          <a:p>
            <a:pPr lvl="0" algn="just">
              <a:lnSpc>
                <a:spcPct val="140000"/>
              </a:lnSpc>
              <a:buClrTx/>
              <a:buSzTx/>
              <a:buFontTx/>
            </a:pPr>
            <a:r>
              <a:rPr lang="zh-CN" altLang="zh-CN" sz="2000" dirty="0">
                <a:solidFill>
                  <a:schemeClr val="tx1">
                    <a:lumMod val="85000"/>
                    <a:lumOff val="15000"/>
                  </a:schemeClr>
                </a:solidFill>
                <a:latin typeface="+mn-ea"/>
                <a:cs typeface="+mn-ea"/>
                <a:sym typeface="+mn-ea"/>
              </a:rPr>
              <a:t>挑战：旧版接口文档缺失，Mock开发受阻</a:t>
            </a:r>
            <a:endParaRPr lang="zh-CN" altLang="zh-CN" sz="2000" dirty="0">
              <a:solidFill>
                <a:schemeClr val="tx1">
                  <a:lumMod val="85000"/>
                  <a:lumOff val="15000"/>
                </a:schemeClr>
              </a:solidFill>
              <a:latin typeface="+mn-ea"/>
              <a:cs typeface="+mn-ea"/>
            </a:endParaRPr>
          </a:p>
          <a:p>
            <a:pPr lvl="0" algn="just">
              <a:lnSpc>
                <a:spcPct val="140000"/>
              </a:lnSpc>
              <a:buClrTx/>
              <a:buSzTx/>
              <a:buFontTx/>
            </a:pPr>
            <a:r>
              <a:rPr lang="zh-CN" altLang="zh-CN" sz="2000" b="1" dirty="0">
                <a:solidFill>
                  <a:schemeClr val="tx1">
                    <a:lumMod val="85000"/>
                    <a:lumOff val="15000"/>
                  </a:schemeClr>
                </a:solidFill>
                <a:latin typeface="+mn-ea"/>
                <a:cs typeface="+mn-ea"/>
                <a:sym typeface="+mn-ea"/>
              </a:rPr>
              <a:t>版本不一致</a:t>
            </a:r>
            <a:r>
              <a:rPr lang="zh-CN" altLang="zh-CN" sz="2000" dirty="0">
                <a:solidFill>
                  <a:schemeClr val="tx1">
                    <a:lumMod val="85000"/>
                    <a:lumOff val="15000"/>
                  </a:schemeClr>
                </a:solidFill>
                <a:latin typeface="+mn-ea"/>
                <a:cs typeface="+mn-ea"/>
                <a:sym typeface="+mn-ea"/>
              </a:rPr>
              <a:t>： IDaaS使用的组织架构接口并非OA最新版，文档难以查找。</a:t>
            </a:r>
            <a:endParaRPr lang="zh-CN" altLang="zh-CN" sz="2000" dirty="0">
              <a:solidFill>
                <a:schemeClr val="tx1">
                  <a:lumMod val="85000"/>
                  <a:lumOff val="15000"/>
                </a:schemeClr>
              </a:solidFill>
              <a:latin typeface="+mn-ea"/>
              <a:cs typeface="+mn-ea"/>
            </a:endParaRPr>
          </a:p>
          <a:p>
            <a:pPr lvl="0" algn="just">
              <a:lnSpc>
                <a:spcPct val="140000"/>
              </a:lnSpc>
              <a:buClrTx/>
              <a:buSzTx/>
              <a:buFontTx/>
            </a:pPr>
            <a:r>
              <a:rPr lang="zh-CN" altLang="zh-CN" sz="2000" dirty="0">
                <a:solidFill>
                  <a:schemeClr val="tx1">
                    <a:lumMod val="85000"/>
                    <a:lumOff val="15000"/>
                  </a:schemeClr>
                </a:solidFill>
                <a:latin typeface="+mn-ea"/>
                <a:cs typeface="+mn-ea"/>
                <a:sym typeface="+mn-ea"/>
              </a:rPr>
              <a:t>效率低下： 手动根据URL匹配文档，耗时且易错，严重影响Mock进度。</a:t>
            </a:r>
            <a:endParaRPr lang="zh-CN" altLang="zh-CN" sz="2000" dirty="0">
              <a:solidFill>
                <a:schemeClr val="tx1">
                  <a:lumMod val="85000"/>
                  <a:lumOff val="15000"/>
                </a:schemeClr>
              </a:solidFill>
              <a:latin typeface="+mn-ea"/>
              <a:cs typeface="+mn-ea"/>
              <a:sym typeface="+mn-ea"/>
            </a:endParaRPr>
          </a:p>
        </p:txBody>
      </p:sp>
      <p:sp>
        <p:nvSpPr>
          <p:cNvPr id="7" name="圆角矩形 3"/>
          <p:cNvSpPr/>
          <p:nvPr>
            <p:custDataLst>
              <p:tags r:id="rId4"/>
            </p:custDataLst>
          </p:nvPr>
        </p:nvSpPr>
        <p:spPr>
          <a:xfrm>
            <a:off x="6320096" y="1741748"/>
            <a:ext cx="5182929" cy="4246937"/>
          </a:xfrm>
          <a:custGeom>
            <a:avLst/>
            <a:gdLst>
              <a:gd name="adj" fmla="val 522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162" h="6688">
                <a:moveTo>
                  <a:pt x="7955" y="0"/>
                </a:moveTo>
                <a:lnTo>
                  <a:pt x="7963" y="4"/>
                </a:lnTo>
                <a:cubicBezTo>
                  <a:pt x="8081" y="60"/>
                  <a:pt x="8162" y="181"/>
                  <a:pt x="8162" y="320"/>
                </a:cubicBezTo>
                <a:lnTo>
                  <a:pt x="8162" y="6337"/>
                </a:lnTo>
                <a:cubicBezTo>
                  <a:pt x="8162" y="6531"/>
                  <a:pt x="8005" y="6688"/>
                  <a:pt x="7811" y="6688"/>
                </a:cubicBezTo>
                <a:lnTo>
                  <a:pt x="307" y="6688"/>
                </a:lnTo>
                <a:cubicBezTo>
                  <a:pt x="180" y="6688"/>
                  <a:pt x="68" y="6620"/>
                  <a:pt x="7" y="6519"/>
                </a:cubicBezTo>
                <a:lnTo>
                  <a:pt x="0" y="6507"/>
                </a:lnTo>
                <a:lnTo>
                  <a:pt x="7" y="6511"/>
                </a:lnTo>
                <a:cubicBezTo>
                  <a:pt x="49" y="6528"/>
                  <a:pt x="96" y="6538"/>
                  <a:pt x="144" y="6538"/>
                </a:cubicBezTo>
                <a:lnTo>
                  <a:pt x="7648" y="6538"/>
                </a:lnTo>
                <a:cubicBezTo>
                  <a:pt x="7842" y="6538"/>
                  <a:pt x="7999" y="6381"/>
                  <a:pt x="7999" y="6187"/>
                </a:cubicBezTo>
                <a:lnTo>
                  <a:pt x="7999" y="170"/>
                </a:lnTo>
                <a:cubicBezTo>
                  <a:pt x="7999" y="110"/>
                  <a:pt x="7984" y="53"/>
                  <a:pt x="7957" y="3"/>
                </a:cubicBezTo>
                <a:lnTo>
                  <a:pt x="7955"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mn-ea"/>
              <a:cs typeface="+mn-ea"/>
              <a:sym typeface="+mn-ea"/>
            </a:endParaRPr>
          </a:p>
        </p:txBody>
      </p:sp>
      <p:sp>
        <p:nvSpPr>
          <p:cNvPr id="8" name="圆角矩形 3"/>
          <p:cNvSpPr/>
          <p:nvPr>
            <p:custDataLst>
              <p:tags r:id="rId5"/>
            </p:custDataLst>
          </p:nvPr>
        </p:nvSpPr>
        <p:spPr>
          <a:xfrm>
            <a:off x="6188710" y="1626870"/>
            <a:ext cx="5210810" cy="4266565"/>
          </a:xfrm>
          <a:prstGeom prst="roundRect">
            <a:avLst>
              <a:gd name="adj" fmla="val 5223"/>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323850" rIns="323850" bIns="698500" numCol="1" spcCol="0" rtlCol="0" fromWordArt="0" anchor="t" anchorCtr="0" forceAA="0" compatLnSpc="1">
            <a:noAutofit/>
          </a:bodyPr>
          <a:lstStyle/>
          <a:p>
            <a:pPr lvl="0" algn="just">
              <a:lnSpc>
                <a:spcPct val="140000"/>
              </a:lnSpc>
              <a:buClrTx/>
              <a:buSzTx/>
              <a:buFontTx/>
              <a:buNone/>
            </a:pPr>
            <a:r>
              <a:rPr lang="zh-CN" altLang="zh-CN" sz="2000" dirty="0">
                <a:solidFill>
                  <a:schemeClr val="tx1">
                    <a:lumMod val="85000"/>
                    <a:lumOff val="15000"/>
                  </a:schemeClr>
                </a:solidFill>
                <a:latin typeface="+mn-ea"/>
                <a:cs typeface="+mn-ea"/>
                <a:sym typeface="+mn-ea"/>
              </a:rPr>
              <a:t>方案：AI驱动文档解析，实现效率跃升</a:t>
            </a:r>
            <a:endParaRPr lang="zh-CN" altLang="zh-CN" sz="2000" dirty="0">
              <a:solidFill>
                <a:schemeClr val="tx1">
                  <a:lumMod val="85000"/>
                  <a:lumOff val="15000"/>
                </a:schemeClr>
              </a:solidFill>
              <a:latin typeface="+mn-ea"/>
              <a:cs typeface="+mn-ea"/>
            </a:endParaRPr>
          </a:p>
          <a:p>
            <a:pPr lvl="0" algn="just">
              <a:lnSpc>
                <a:spcPct val="140000"/>
              </a:lnSpc>
              <a:buClrTx/>
              <a:buSzTx/>
              <a:buFontTx/>
              <a:buNone/>
            </a:pPr>
            <a:endParaRPr lang="zh-CN" altLang="zh-CN" sz="2000" dirty="0">
              <a:solidFill>
                <a:schemeClr val="tx1">
                  <a:lumMod val="85000"/>
                  <a:lumOff val="15000"/>
                </a:schemeClr>
              </a:solidFill>
              <a:latin typeface="+mn-ea"/>
              <a:cs typeface="+mn-ea"/>
              <a:sym typeface="+mn-ea"/>
            </a:endParaRPr>
          </a:p>
          <a:p>
            <a:pPr lvl="0" algn="just">
              <a:lnSpc>
                <a:spcPct val="140000"/>
              </a:lnSpc>
              <a:buClrTx/>
              <a:buSzTx/>
              <a:buFontTx/>
              <a:buNone/>
            </a:pPr>
            <a:r>
              <a:rPr lang="zh-CN" altLang="zh-CN" sz="2000" b="1" dirty="0">
                <a:solidFill>
                  <a:schemeClr val="tx1">
                    <a:lumMod val="85000"/>
                    <a:lumOff val="15000"/>
                  </a:schemeClr>
                </a:solidFill>
                <a:latin typeface="+mn-ea"/>
                <a:cs typeface="+mn-ea"/>
                <a:sym typeface="+mn-ea"/>
              </a:rPr>
              <a:t>智能定位</a:t>
            </a:r>
            <a:r>
              <a:rPr lang="zh-CN" altLang="zh-CN" sz="2000" dirty="0">
                <a:solidFill>
                  <a:schemeClr val="tx1">
                    <a:lumMod val="85000"/>
                    <a:lumOff val="15000"/>
                  </a:schemeClr>
                </a:solidFill>
                <a:latin typeface="+mn-ea"/>
                <a:cs typeface="+mn-ea"/>
                <a:sym typeface="+mn-ea"/>
              </a:rPr>
              <a:t>： 将接口URL输入AI，自动检索并锁定对应开发文档。</a:t>
            </a:r>
            <a:endParaRPr lang="zh-CN" altLang="zh-CN" sz="2000" dirty="0">
              <a:solidFill>
                <a:schemeClr val="tx1">
                  <a:lumMod val="85000"/>
                  <a:lumOff val="15000"/>
                </a:schemeClr>
              </a:solidFill>
              <a:latin typeface="+mn-ea"/>
              <a:cs typeface="+mn-ea"/>
            </a:endParaRPr>
          </a:p>
          <a:p>
            <a:pPr lvl="0" algn="just">
              <a:lnSpc>
                <a:spcPct val="140000"/>
              </a:lnSpc>
              <a:buClrTx/>
              <a:buSzTx/>
              <a:buFontTx/>
              <a:buNone/>
            </a:pPr>
            <a:r>
              <a:rPr lang="zh-CN" altLang="zh-CN" sz="2000" b="1" dirty="0">
                <a:solidFill>
                  <a:schemeClr val="tx1">
                    <a:lumMod val="85000"/>
                    <a:lumOff val="15000"/>
                  </a:schemeClr>
                </a:solidFill>
                <a:latin typeface="+mn-ea"/>
                <a:cs typeface="+mn-ea"/>
                <a:sym typeface="+mn-ea"/>
              </a:rPr>
              <a:t>精准摘要</a:t>
            </a:r>
            <a:r>
              <a:rPr lang="zh-CN" altLang="zh-CN" sz="2000" dirty="0">
                <a:solidFill>
                  <a:schemeClr val="tx1">
                    <a:lumMod val="85000"/>
                    <a:lumOff val="15000"/>
                  </a:schemeClr>
                </a:solidFill>
                <a:latin typeface="+mn-ea"/>
                <a:cs typeface="+mn-ea"/>
                <a:sym typeface="+mn-ea"/>
              </a:rPr>
              <a:t>： AI自动提炼接口核心信息，生成摘要，加速Mock实现。</a:t>
            </a:r>
            <a:endParaRPr lang="zh-CN" altLang="zh-CN" sz="2000" dirty="0">
              <a:solidFill>
                <a:schemeClr val="tx1">
                  <a:lumMod val="85000"/>
                  <a:lumOff val="15000"/>
                </a:schemeClr>
              </a:solidFill>
              <a:latin typeface="+mn-ea"/>
              <a:cs typeface="+mn-ea"/>
              <a:sym typeface="+mn-ea"/>
            </a:endParaRPr>
          </a:p>
        </p:txBody>
      </p:sp>
      <p:sp>
        <p:nvSpPr>
          <p:cNvPr id="12" name="圆角矩形 16"/>
          <p:cNvSpPr/>
          <p:nvPr>
            <p:custDataLst>
              <p:tags r:id="rId6"/>
            </p:custDataLst>
          </p:nvPr>
        </p:nvSpPr>
        <p:spPr>
          <a:xfrm>
            <a:off x="865505" y="5113655"/>
            <a:ext cx="589915" cy="593090"/>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spcBef>
                <a:spcPct val="0"/>
              </a:spcBef>
              <a:spcAft>
                <a:spcPct val="0"/>
              </a:spcAft>
            </a:pPr>
            <a:r>
              <a:rPr lang="en-US" altLang="zh-CN" b="1">
                <a:solidFill>
                  <a:srgbClr val="FFFFFF"/>
                </a:solidFill>
                <a:latin typeface="+mn-ea"/>
                <a:cs typeface="+mn-ea"/>
                <a:sym typeface="+mn-ea"/>
              </a:rPr>
              <a:t>01</a:t>
            </a:r>
            <a:endParaRPr lang="en-US" altLang="zh-CN" b="1">
              <a:solidFill>
                <a:srgbClr val="FFFFFF"/>
              </a:solidFill>
              <a:latin typeface="+mn-ea"/>
              <a:cs typeface="+mn-ea"/>
              <a:sym typeface="+mn-ea"/>
            </a:endParaRPr>
          </a:p>
        </p:txBody>
      </p:sp>
      <p:sp>
        <p:nvSpPr>
          <p:cNvPr id="13" name="圆角矩形 16"/>
          <p:cNvSpPr/>
          <p:nvPr>
            <p:custDataLst>
              <p:tags r:id="rId7"/>
            </p:custDataLst>
          </p:nvPr>
        </p:nvSpPr>
        <p:spPr>
          <a:xfrm>
            <a:off x="6402705" y="5113655"/>
            <a:ext cx="589915" cy="593090"/>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rmAutofit/>
          </a:bodyPr>
          <a:lstStyle/>
          <a:p>
            <a:pPr algn="ctr">
              <a:spcBef>
                <a:spcPct val="0"/>
              </a:spcBef>
              <a:spcAft>
                <a:spcPct val="0"/>
              </a:spcAft>
            </a:pPr>
            <a:r>
              <a:rPr lang="en-US" altLang="zh-CN" b="1">
                <a:solidFill>
                  <a:srgbClr val="FFFFFF"/>
                </a:solidFill>
                <a:latin typeface="+mn-ea"/>
                <a:cs typeface="+mn-ea"/>
                <a:sym typeface="+mn-ea"/>
              </a:rPr>
              <a:t>02</a:t>
            </a:r>
            <a:endParaRPr lang="en-US" altLang="zh-CN" b="1">
              <a:solidFill>
                <a:srgbClr val="FFFFFF"/>
              </a:solidFill>
              <a:latin typeface="+mn-ea"/>
              <a:cs typeface="+mn-ea"/>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fontScale="90000"/>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1. OA</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审批：</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mock-server</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研发</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2824480" y="793115"/>
            <a:ext cx="6019165" cy="460375"/>
          </a:xfrm>
          <a:prstGeom prst="rect">
            <a:avLst/>
          </a:prstGeom>
          <a:noFill/>
        </p:spPr>
        <p:txBody>
          <a:bodyPr wrap="square" rtlCol="0">
            <a:spAutoFit/>
          </a:bodyPr>
          <a:p>
            <a:r>
              <a:rPr lang="en-US" altLang="zh-CN" sz="2400" b="1">
                <a:sym typeface="+mn-ea"/>
              </a:rPr>
              <a:t>OA</a:t>
            </a:r>
            <a:r>
              <a:rPr lang="zh-CN" altLang="en-US" sz="2400" b="1">
                <a:sym typeface="+mn-ea"/>
              </a:rPr>
              <a:t>接口</a:t>
            </a:r>
            <a:r>
              <a:rPr lang="en-US" altLang="zh-CN" sz="2400" b="1">
                <a:sym typeface="+mn-ea"/>
              </a:rPr>
              <a:t>Mock</a:t>
            </a:r>
            <a:r>
              <a:rPr lang="zh-CN" altLang="en-US" sz="2400" b="1">
                <a:sym typeface="+mn-ea"/>
              </a:rPr>
              <a:t>的挑战与</a:t>
            </a:r>
            <a:r>
              <a:rPr lang="en-US" altLang="zh-CN" sz="2400" b="1">
                <a:sym typeface="+mn-ea"/>
              </a:rPr>
              <a:t>AI</a:t>
            </a:r>
            <a:r>
              <a:rPr lang="zh-CN" altLang="en-US" sz="2400" b="1">
                <a:sym typeface="+mn-ea"/>
              </a:rPr>
              <a:t>赋能方案</a:t>
            </a:r>
            <a:endParaRPr lang="zh-CN" altLang="en-US" sz="2400" b="1"/>
          </a:p>
        </p:txBody>
      </p:sp>
      <p:sp>
        <p:nvSpPr>
          <p:cNvPr id="5" name="文本框 4"/>
          <p:cNvSpPr txBox="1"/>
          <p:nvPr/>
        </p:nvSpPr>
        <p:spPr>
          <a:xfrm>
            <a:off x="1181735" y="1851660"/>
            <a:ext cx="4064000" cy="368300"/>
          </a:xfrm>
          <a:prstGeom prst="rect">
            <a:avLst/>
          </a:prstGeom>
          <a:noFill/>
        </p:spPr>
        <p:txBody>
          <a:bodyPr wrap="square" rtlCol="0">
            <a:spAutoFit/>
          </a:bodyPr>
          <a:p>
            <a:r>
              <a:rPr lang="en-US" altLang="zh-CN" b="1"/>
              <a:t>AI</a:t>
            </a:r>
            <a:r>
              <a:rPr lang="zh-CN" altLang="en-US" b="1"/>
              <a:t>赋能方案分享：</a:t>
            </a:r>
            <a:endParaRPr lang="zh-CN" altLang="en-US" b="1"/>
          </a:p>
        </p:txBody>
      </p:sp>
      <p:pic>
        <p:nvPicPr>
          <p:cNvPr id="9" name="图片 8"/>
          <p:cNvPicPr>
            <a:picLocks noChangeAspect="1"/>
          </p:cNvPicPr>
          <p:nvPr/>
        </p:nvPicPr>
        <p:blipFill>
          <a:blip r:embed="rId2"/>
          <a:stretch>
            <a:fillRect/>
          </a:stretch>
        </p:blipFill>
        <p:spPr>
          <a:xfrm>
            <a:off x="3375025" y="1253490"/>
            <a:ext cx="8496935" cy="5461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pic>
        <p:nvPicPr>
          <p:cNvPr id="9" name="图片 8"/>
          <p:cNvPicPr>
            <a:picLocks noChangeAspect="1"/>
          </p:cNvPicPr>
          <p:nvPr/>
        </p:nvPicPr>
        <p:blipFill>
          <a:blip r:embed="rId2"/>
          <a:stretch>
            <a:fillRect/>
          </a:stretch>
        </p:blipFill>
        <p:spPr>
          <a:xfrm>
            <a:off x="6096000" y="1314450"/>
            <a:ext cx="5636895" cy="4897755"/>
          </a:xfrm>
          <a:prstGeom prst="rect">
            <a:avLst/>
          </a:prstGeom>
        </p:spPr>
      </p:pic>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405765" y="2348865"/>
            <a:ext cx="4064000" cy="368300"/>
          </a:xfrm>
          <a:prstGeom prst="rect">
            <a:avLst/>
          </a:prstGeom>
          <a:noFill/>
        </p:spPr>
        <p:txBody>
          <a:bodyPr wrap="square" rtlCol="0">
            <a:spAutoFit/>
          </a:bodyPr>
          <a:p>
            <a:r>
              <a:rPr lang="zh-CN" altLang="en-US" b="1"/>
              <a:t>项目背景：</a:t>
            </a:r>
            <a:endParaRPr lang="zh-CN" altLang="en-US" b="1"/>
          </a:p>
        </p:txBody>
      </p:sp>
      <p:sp>
        <p:nvSpPr>
          <p:cNvPr id="5" name="文本框 4"/>
          <p:cNvSpPr txBox="1"/>
          <p:nvPr/>
        </p:nvSpPr>
        <p:spPr>
          <a:xfrm>
            <a:off x="405765" y="2907030"/>
            <a:ext cx="5256530" cy="1464310"/>
          </a:xfrm>
          <a:prstGeom prst="rect">
            <a:avLst/>
          </a:prstGeom>
          <a:noFill/>
        </p:spPr>
        <p:txBody>
          <a:bodyPr wrap="square" rtlCol="0">
            <a:noAutofit/>
          </a:bodyPr>
          <a:p>
            <a:r>
              <a:rPr lang="en-US" altLang="zh-CN"/>
              <a:t>1.XDLP</a:t>
            </a:r>
            <a:r>
              <a:rPr lang="zh-CN" altLang="en-US"/>
              <a:t>缺少数据地图功能。但竞品已具备，客户需求强烈。需要从</a:t>
            </a:r>
            <a:r>
              <a:rPr lang="en-US" altLang="zh-CN"/>
              <a:t>0</a:t>
            </a:r>
            <a:r>
              <a:rPr lang="zh-CN" altLang="en-US"/>
              <a:t>到</a:t>
            </a:r>
            <a:r>
              <a:rPr lang="en-US" altLang="zh-CN"/>
              <a:t>1</a:t>
            </a:r>
            <a:r>
              <a:rPr lang="zh-CN" altLang="en-US"/>
              <a:t>构建完整能力。</a:t>
            </a:r>
            <a:endParaRPr lang="zh-CN" altLang="en-US"/>
          </a:p>
          <a:p>
            <a:endParaRPr lang="en-US" altLang="zh-CN"/>
          </a:p>
          <a:p>
            <a:r>
              <a:rPr lang="en-US" altLang="zh-CN"/>
              <a:t>2.</a:t>
            </a:r>
            <a:r>
              <a:rPr lang="zh-CN" altLang="en-US"/>
              <a:t>研发周期短，研发工作量大。</a:t>
            </a:r>
            <a:endParaRPr lang="zh-CN" altLang="en-US"/>
          </a:p>
        </p:txBody>
      </p:sp>
      <p:sp>
        <p:nvSpPr>
          <p:cNvPr id="14" name="文本框 13"/>
          <p:cNvSpPr txBox="1"/>
          <p:nvPr/>
        </p:nvSpPr>
        <p:spPr>
          <a:xfrm>
            <a:off x="405765" y="755650"/>
            <a:ext cx="10641965" cy="1356360"/>
          </a:xfrm>
          <a:prstGeom prst="rect">
            <a:avLst/>
          </a:prstGeom>
          <a:noFill/>
        </p:spPr>
        <p:txBody>
          <a:bodyPr wrap="square" rtlCol="0">
            <a:noAutofit/>
          </a:bodyPr>
          <a:p>
            <a:r>
              <a:rPr lang="zh-CN" altLang="en-US" sz="2400"/>
              <a:t>时间跨度：</a:t>
            </a:r>
            <a:r>
              <a:rPr lang="en-US" altLang="zh-CN"/>
              <a:t>9.8-10.30</a:t>
            </a:r>
            <a:endParaRPr lang="zh-CN" altLang="en-US"/>
          </a:p>
          <a:p>
            <a:r>
              <a:rPr lang="zh-CN" altLang="en-US" sz="2400"/>
              <a:t>负责任务：</a:t>
            </a:r>
            <a:r>
              <a:rPr lang="zh-CN" altLang="en-US"/>
              <a:t>数据地图迭代控制面编码。</a:t>
            </a:r>
            <a:endParaRPr lang="zh-CN" altLang="en-US"/>
          </a:p>
          <a:p>
            <a:r>
              <a:rPr lang="zh-CN" altLang="en-US" sz="2400"/>
              <a:t>任务目标：</a:t>
            </a:r>
            <a:r>
              <a:rPr lang="zh-CN" altLang="en-US"/>
              <a:t>完成编码任务，</a:t>
            </a:r>
            <a:r>
              <a:rPr lang="en-US" altLang="zh-CN"/>
              <a:t>9.30</a:t>
            </a:r>
            <a:r>
              <a:rPr lang="zh-CN" altLang="en-US"/>
              <a:t>转测，</a:t>
            </a:r>
            <a:r>
              <a:rPr lang="en-US" altLang="zh-CN"/>
              <a:t>10.30</a:t>
            </a:r>
            <a:r>
              <a:rPr lang="zh-CN" altLang="en-US"/>
              <a:t>上线。</a:t>
            </a:r>
            <a:endParaRPr lang="en-US" altLang="zh-CN"/>
          </a:p>
          <a:p>
            <a:endParaRPr lang="zh-CN" altLang="en-US"/>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375920" y="797560"/>
            <a:ext cx="4064000" cy="368300"/>
          </a:xfrm>
          <a:prstGeom prst="rect">
            <a:avLst/>
          </a:prstGeom>
          <a:noFill/>
        </p:spPr>
        <p:txBody>
          <a:bodyPr wrap="square" rtlCol="0">
            <a:spAutoFit/>
          </a:bodyPr>
          <a:p>
            <a:r>
              <a:rPr lang="zh-CN" altLang="en-US"/>
              <a:t>数据地图</a:t>
            </a:r>
            <a:r>
              <a:rPr lang="zh-CN" altLang="en-US"/>
              <a:t>详细</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997450" y="770890"/>
            <a:ext cx="3846195" cy="356235"/>
          </a:xfrm>
          <a:prstGeom prst="rect">
            <a:avLst/>
          </a:prstGeom>
          <a:noFill/>
        </p:spPr>
        <p:txBody>
          <a:bodyPr wrap="square" rtlCol="0">
            <a:noAutofit/>
          </a:bodyPr>
          <a:p>
            <a:r>
              <a:rPr lang="zh-CN" altLang="en-US" sz="2400" b="1">
                <a:sym typeface="+mn-ea"/>
              </a:rPr>
              <a:t>核心产出</a:t>
            </a:r>
            <a:endParaRPr lang="zh-CN" altLang="en-US" sz="2400" b="1"/>
          </a:p>
          <a:p>
            <a:endParaRPr lang="zh-CN" altLang="en-US" sz="2400" b="1"/>
          </a:p>
        </p:txBody>
      </p:sp>
      <p:sp>
        <p:nvSpPr>
          <p:cNvPr id="4" name="文本框 3"/>
          <p:cNvSpPr txBox="1"/>
          <p:nvPr/>
        </p:nvSpPr>
        <p:spPr>
          <a:xfrm>
            <a:off x="221615" y="1563370"/>
            <a:ext cx="11675110" cy="1444625"/>
          </a:xfrm>
          <a:prstGeom prst="rect">
            <a:avLst/>
          </a:prstGeom>
          <a:noFill/>
        </p:spPr>
        <p:txBody>
          <a:bodyPr wrap="square" rtlCol="0">
            <a:noAutofit/>
          </a:bodyPr>
          <a:p>
            <a:r>
              <a:rPr lang="en-US" altLang="zh-CN"/>
              <a:t>1.</a:t>
            </a:r>
            <a:r>
              <a:rPr lang="en-US"/>
              <a:t>9.8-9.30</a:t>
            </a:r>
            <a:r>
              <a:rPr lang="zh-CN" altLang="en-US"/>
              <a:t>，独立负责控制面</a:t>
            </a:r>
            <a:r>
              <a:rPr lang="en-US" altLang="zh-CN" b="1"/>
              <a:t>API</a:t>
            </a:r>
            <a:r>
              <a:rPr lang="zh-CN" altLang="en-US" b="1"/>
              <a:t>接口设计</a:t>
            </a:r>
            <a:r>
              <a:rPr lang="zh-CN" altLang="en-US"/>
              <a:t>（</a:t>
            </a:r>
            <a:r>
              <a:rPr lang="en-US" altLang="zh-CN"/>
              <a:t>12</a:t>
            </a:r>
            <a:r>
              <a:rPr lang="zh-CN" altLang="en-US"/>
              <a:t>个）与</a:t>
            </a:r>
            <a:r>
              <a:rPr lang="en-US" altLang="zh-CN"/>
              <a:t>openplatform</a:t>
            </a:r>
            <a:r>
              <a:rPr lang="zh-CN" altLang="en-US"/>
              <a:t>网关项目的所有代码逻辑，负责控制面业务逻辑编写，负责</a:t>
            </a:r>
            <a:r>
              <a:rPr lang="en-US" altLang="zh-CN"/>
              <a:t>showaccount</a:t>
            </a:r>
            <a:r>
              <a:rPr lang="zh-CN" altLang="en-US"/>
              <a:t>新增页面权限处理。</a:t>
            </a:r>
            <a:endParaRPr lang="zh-CN" altLang="en-US"/>
          </a:p>
          <a:p>
            <a:r>
              <a:rPr lang="en-US" altLang="zh-CN"/>
              <a:t>2.10.1-10.30</a:t>
            </a:r>
            <a:r>
              <a:rPr lang="zh-CN" altLang="en-US"/>
              <a:t>，转测后高效解决</a:t>
            </a:r>
            <a:r>
              <a:rPr lang="en-US" altLang="zh-CN"/>
              <a:t>40+TD</a:t>
            </a:r>
            <a:r>
              <a:rPr lang="zh-CN" altLang="en-US"/>
              <a:t>。（</a:t>
            </a:r>
            <a:r>
              <a:rPr lang="zh-CN" altLang="en-US" b="1"/>
              <a:t>本人产生</a:t>
            </a:r>
            <a:r>
              <a:rPr lang="en-US" altLang="zh-CN" b="1"/>
              <a:t>TD</a:t>
            </a:r>
            <a:r>
              <a:rPr lang="zh-CN" altLang="en-US" b="1"/>
              <a:t>数为：</a:t>
            </a:r>
            <a:r>
              <a:rPr lang="en-US" altLang="zh-CN" b="1"/>
              <a:t>5</a:t>
            </a:r>
            <a:r>
              <a:rPr lang="zh-CN" altLang="en-US" b="1"/>
              <a:t>，千行</a:t>
            </a:r>
            <a:r>
              <a:rPr lang="en-US" altLang="zh-CN" b="1"/>
              <a:t>BUG</a:t>
            </a:r>
            <a:r>
              <a:rPr lang="zh-CN" altLang="en-US" b="1"/>
              <a:t>率：</a:t>
            </a:r>
            <a:r>
              <a:rPr lang="en-US" altLang="zh-CN" b="1"/>
              <a:t>0.55%</a:t>
            </a:r>
            <a:r>
              <a:rPr lang="zh-CN" altLang="en-US"/>
              <a:t>）</a:t>
            </a:r>
            <a:endParaRPr lang="zh-CN" altLang="en-US"/>
          </a:p>
          <a:p>
            <a:r>
              <a:rPr lang="en-US" altLang="zh-CN"/>
              <a:t>3.</a:t>
            </a:r>
            <a:r>
              <a:rPr lang="zh-CN" altLang="en-US" b="1"/>
              <a:t>主动识别</a:t>
            </a:r>
            <a:r>
              <a:rPr lang="zh-CN" altLang="en-US"/>
              <a:t>两项风险问题并提前解决。</a:t>
            </a:r>
            <a:endParaRPr lang="zh-CN" altLang="en-US"/>
          </a:p>
        </p:txBody>
      </p:sp>
      <p:pic>
        <p:nvPicPr>
          <p:cNvPr id="7" name="图片 6"/>
          <p:cNvPicPr>
            <a:picLocks noChangeAspect="1"/>
          </p:cNvPicPr>
          <p:nvPr/>
        </p:nvPicPr>
        <p:blipFill>
          <a:blip r:embed="rId2"/>
          <a:stretch>
            <a:fillRect/>
          </a:stretch>
        </p:blipFill>
        <p:spPr>
          <a:xfrm>
            <a:off x="258445" y="2961640"/>
            <a:ext cx="11681460" cy="3743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4852670" y="842645"/>
            <a:ext cx="4064000" cy="460375"/>
          </a:xfrm>
          <a:prstGeom prst="rect">
            <a:avLst/>
          </a:prstGeom>
          <a:noFill/>
        </p:spPr>
        <p:txBody>
          <a:bodyPr wrap="square" rtlCol="0">
            <a:spAutoFit/>
          </a:bodyPr>
          <a:p>
            <a:r>
              <a:rPr lang="en-US" altLang="zh-CN" sz="2400" b="1"/>
              <a:t>AI</a:t>
            </a:r>
            <a:r>
              <a:rPr lang="zh-CN" altLang="en-US" sz="2400" b="1"/>
              <a:t>提效助力开发</a:t>
            </a:r>
            <a:endParaRPr lang="zh-CN" altLang="en-US" sz="2400" b="1"/>
          </a:p>
        </p:txBody>
      </p:sp>
      <p:sp>
        <p:nvSpPr>
          <p:cNvPr id="8" name="文本框 7"/>
          <p:cNvSpPr txBox="1"/>
          <p:nvPr/>
        </p:nvSpPr>
        <p:spPr>
          <a:xfrm>
            <a:off x="690245" y="1551305"/>
            <a:ext cx="11245215" cy="666750"/>
          </a:xfrm>
          <a:prstGeom prst="rect">
            <a:avLst/>
          </a:prstGeom>
          <a:noFill/>
        </p:spPr>
        <p:txBody>
          <a:bodyPr wrap="square" rtlCol="0">
            <a:noAutofit/>
          </a:bodyPr>
          <a:p>
            <a:r>
              <a:rPr lang="zh-CN" altLang="en-US" sz="2400" b="1"/>
              <a:t>问题背景：</a:t>
            </a:r>
            <a:r>
              <a:rPr lang="zh-CN" altLang="en-US">
                <a:sym typeface="+mn-ea"/>
              </a:rPr>
              <a:t>研发周期短，研发工作量大，按照常规的开发模式，难以完成任务，必须使用</a:t>
            </a:r>
            <a:r>
              <a:rPr lang="en-US" altLang="zh-CN">
                <a:sym typeface="+mn-ea"/>
              </a:rPr>
              <a:t>AI</a:t>
            </a:r>
            <a:r>
              <a:rPr lang="zh-CN" altLang="en-US">
                <a:sym typeface="+mn-ea"/>
              </a:rPr>
              <a:t>进行</a:t>
            </a:r>
            <a:r>
              <a:rPr lang="zh-CN" altLang="en-US">
                <a:sym typeface="+mn-ea"/>
              </a:rPr>
              <a:t>提效。</a:t>
            </a:r>
            <a:endParaRPr lang="zh-CN" altLang="en-US">
              <a:sym typeface="+mn-ea"/>
            </a:endParaRPr>
          </a:p>
          <a:p>
            <a:endParaRPr lang="zh-CN" altLang="en-US">
              <a:sym typeface="+mn-ea"/>
            </a:endParaRPr>
          </a:p>
          <a:p>
            <a:endParaRPr lang="zh-CN" altLang="en-US"/>
          </a:p>
          <a:p>
            <a:endParaRPr lang="zh-CN" altLang="en-US"/>
          </a:p>
          <a:p>
            <a:endParaRPr lang="zh-CN" altLang="en-US"/>
          </a:p>
          <a:p>
            <a:endParaRPr lang="zh-CN" altLang="en-US"/>
          </a:p>
          <a:p>
            <a:endParaRPr lang="zh-CN" altLang="en-US"/>
          </a:p>
        </p:txBody>
      </p:sp>
      <p:sp>
        <p:nvSpPr>
          <p:cNvPr id="9" name="文本框 8"/>
          <p:cNvSpPr txBox="1"/>
          <p:nvPr/>
        </p:nvSpPr>
        <p:spPr>
          <a:xfrm>
            <a:off x="676910" y="2535555"/>
            <a:ext cx="10765790" cy="3955415"/>
          </a:xfrm>
          <a:prstGeom prst="rect">
            <a:avLst/>
          </a:prstGeom>
          <a:noFill/>
        </p:spPr>
        <p:txBody>
          <a:bodyPr wrap="square" rtlCol="0">
            <a:noAutofit/>
          </a:bodyPr>
          <a:p>
            <a:r>
              <a:rPr lang="en-US" altLang="zh-CN"/>
              <a:t>1. </a:t>
            </a:r>
            <a:r>
              <a:rPr lang="zh-CN" altLang="en-US"/>
              <a:t>通过</a:t>
            </a:r>
            <a:r>
              <a:rPr lang="en-US" altLang="zh-CN"/>
              <a:t>AI</a:t>
            </a:r>
            <a:r>
              <a:rPr lang="zh-CN" altLang="en-US" b="1"/>
              <a:t>提效开发</a:t>
            </a:r>
            <a:r>
              <a:rPr lang="zh-CN" altLang="en-US"/>
              <a:t>，</a:t>
            </a:r>
            <a:r>
              <a:rPr lang="en-US" altLang="zh-CN"/>
              <a:t>“</a:t>
            </a:r>
            <a:r>
              <a:rPr lang="zh-CN" altLang="en-US"/>
              <a:t>四步走</a:t>
            </a:r>
            <a:r>
              <a:rPr lang="en-US" altLang="zh-CN"/>
              <a:t>”</a:t>
            </a:r>
            <a:r>
              <a:rPr lang="zh-CN" altLang="en-US"/>
              <a:t>高效完成编码</a:t>
            </a:r>
            <a:r>
              <a:rPr lang="zh-CN" altLang="en-US"/>
              <a:t>任务。</a:t>
            </a:r>
            <a:endParaRPr lang="zh-CN" altLang="en-US"/>
          </a:p>
          <a:p>
            <a:endParaRPr lang="zh-CN" altLang="en-US"/>
          </a:p>
          <a:p>
            <a:pPr marL="285750" indent="-285750">
              <a:buFont typeface="Arial" panose="020B0604020202020204" pitchFamily="34" charset="0"/>
              <a:buChar char="•"/>
            </a:pPr>
            <a:r>
              <a:rPr lang="zh-CN" altLang="en-US"/>
              <a:t>通过</a:t>
            </a:r>
            <a:r>
              <a:rPr lang="en-US" altLang="zh-CN">
                <a:sym typeface="+mn-ea"/>
              </a:rPr>
              <a:t>“</a:t>
            </a:r>
            <a:r>
              <a:rPr lang="zh-CN" altLang="en-US">
                <a:sym typeface="+mn-ea"/>
              </a:rPr>
              <a:t>四步走</a:t>
            </a:r>
            <a:r>
              <a:rPr lang="en-US" altLang="zh-CN">
                <a:sym typeface="+mn-ea"/>
              </a:rPr>
              <a:t>”</a:t>
            </a:r>
            <a:r>
              <a:rPr lang="zh-CN" altLang="en-US"/>
              <a:t>的形式高效完成</a:t>
            </a:r>
            <a:r>
              <a:rPr lang="zh-CN" altLang="en-US"/>
              <a:t>编程</a:t>
            </a:r>
            <a:endParaRPr lang="zh-CN" altLang="en-US"/>
          </a:p>
          <a:p>
            <a:pPr marL="285750" indent="-285750">
              <a:buFont typeface="Arial" panose="020B0604020202020204" pitchFamily="34" charset="0"/>
              <a:buChar char="•"/>
            </a:pPr>
            <a:r>
              <a:rPr lang="zh-CN" altLang="en-US"/>
              <a:t>描述需求，理解上下文</a:t>
            </a:r>
            <a:r>
              <a:rPr lang="en-US" altLang="zh-CN"/>
              <a:t> -&gt; </a:t>
            </a:r>
            <a:r>
              <a:rPr lang="zh-CN" altLang="en-US"/>
              <a:t>制定实现方案</a:t>
            </a:r>
            <a:r>
              <a:rPr lang="en-US" altLang="zh-CN"/>
              <a:t> -&gt; </a:t>
            </a:r>
            <a:r>
              <a:rPr lang="zh-CN" altLang="en-US"/>
              <a:t>进行具体实现</a:t>
            </a:r>
            <a:r>
              <a:rPr lang="en-US" altLang="zh-CN"/>
              <a:t> -&gt; </a:t>
            </a:r>
            <a:r>
              <a:rPr lang="zh-CN" altLang="en-US"/>
              <a:t>验证</a:t>
            </a:r>
            <a:r>
              <a:rPr lang="zh-CN" altLang="en-US"/>
              <a:t>结果</a:t>
            </a:r>
            <a:endParaRPr lang="zh-CN" altLang="en-US"/>
          </a:p>
          <a:p>
            <a:endParaRPr lang="zh-CN" altLang="en-US"/>
          </a:p>
          <a:p>
            <a:endParaRPr lang="zh-CN" altLang="en-US"/>
          </a:p>
          <a:p>
            <a:r>
              <a:rPr lang="en-US" altLang="zh-CN">
                <a:sym typeface="+mn-ea"/>
              </a:rPr>
              <a:t>2. </a:t>
            </a:r>
            <a:r>
              <a:rPr lang="zh-CN" altLang="en-US">
                <a:sym typeface="+mn-ea"/>
              </a:rPr>
              <a:t>使用</a:t>
            </a:r>
            <a:r>
              <a:rPr lang="en-US" altLang="zh-CN">
                <a:sym typeface="+mn-ea"/>
              </a:rPr>
              <a:t>AI</a:t>
            </a:r>
            <a:r>
              <a:rPr lang="zh-CN" altLang="en-US">
                <a:sym typeface="+mn-ea"/>
              </a:rPr>
              <a:t>进行</a:t>
            </a:r>
            <a:r>
              <a:rPr lang="en-US" altLang="zh-CN">
                <a:sym typeface="+mn-ea"/>
              </a:rPr>
              <a:t>“</a:t>
            </a:r>
            <a:r>
              <a:rPr lang="zh-CN" altLang="en-US" b="1">
                <a:sym typeface="+mn-ea"/>
              </a:rPr>
              <a:t>并发编程</a:t>
            </a:r>
            <a:r>
              <a:rPr lang="en-US" altLang="zh-CN">
                <a:sym typeface="+mn-ea"/>
              </a:rPr>
              <a:t>”</a:t>
            </a:r>
            <a:r>
              <a:rPr lang="zh-CN" altLang="en-US">
                <a:sym typeface="+mn-ea"/>
              </a:rPr>
              <a:t>，并行执行任务。</a:t>
            </a:r>
            <a:endParaRPr lang="zh-CN" altLang="en-US"/>
          </a:p>
          <a:p>
            <a:r>
              <a:rPr lang="en-US" altLang="zh-CN"/>
              <a:t>   </a:t>
            </a:r>
            <a:endParaRPr lang="en-US" altLang="zh-CN"/>
          </a:p>
          <a:p>
            <a:pPr marL="285750" indent="-285750">
              <a:buFont typeface="Arial" panose="020B0604020202020204" pitchFamily="34" charset="0"/>
              <a:buChar char="•"/>
            </a:pPr>
            <a:r>
              <a:rPr lang="zh-CN" altLang="en-US"/>
              <a:t>在传统编程模式下，完成接口设计后，需要先对</a:t>
            </a:r>
            <a:r>
              <a:rPr lang="en-US" altLang="zh-CN"/>
              <a:t>grpcprotoc</a:t>
            </a:r>
            <a:r>
              <a:rPr lang="zh-CN" altLang="en-US"/>
              <a:t>项目进行</a:t>
            </a:r>
            <a:r>
              <a:rPr lang="en-US" altLang="zh-CN"/>
              <a:t>rpc</a:t>
            </a:r>
            <a:r>
              <a:rPr lang="zh-CN" altLang="en-US"/>
              <a:t>接口定义，并在</a:t>
            </a:r>
            <a:r>
              <a:rPr lang="en-US" altLang="zh-CN"/>
              <a:t>openplatform</a:t>
            </a:r>
            <a:r>
              <a:rPr lang="zh-CN" altLang="en-US"/>
              <a:t>网关项目实现</a:t>
            </a:r>
            <a:r>
              <a:rPr lang="en-US" altLang="zh-CN"/>
              <a:t>HTTP</a:t>
            </a:r>
            <a:r>
              <a:rPr lang="zh-CN" altLang="en-US"/>
              <a:t>接口</a:t>
            </a:r>
            <a:r>
              <a:rPr lang="zh-CN" altLang="en-US"/>
              <a:t>定义。</a:t>
            </a:r>
            <a:endParaRPr lang="zh-CN" altLang="en-US"/>
          </a:p>
          <a:p>
            <a:pPr marL="285750" indent="-285750">
              <a:buFont typeface="Arial" panose="020B0604020202020204" pitchFamily="34" charset="0"/>
              <a:buChar char="•"/>
            </a:pPr>
            <a:r>
              <a:rPr lang="zh-CN" altLang="en-US"/>
              <a:t>在</a:t>
            </a:r>
            <a:r>
              <a:rPr lang="en-US" altLang="zh-CN"/>
              <a:t>AI</a:t>
            </a:r>
            <a:r>
              <a:rPr lang="zh-CN" altLang="en-US"/>
              <a:t>驱动下，可以同时启动多个</a:t>
            </a:r>
            <a:r>
              <a:rPr lang="en-US" altLang="zh-CN"/>
              <a:t>AI</a:t>
            </a:r>
            <a:r>
              <a:rPr lang="zh-CN" altLang="en-US"/>
              <a:t>窗口，将接口设计文档提供给</a:t>
            </a:r>
            <a:r>
              <a:rPr lang="en-US" altLang="zh-CN"/>
              <a:t>AI</a:t>
            </a:r>
            <a:r>
              <a:rPr lang="zh-CN" altLang="en-US"/>
              <a:t>，同时对两项目进行编写，</a:t>
            </a:r>
            <a:r>
              <a:rPr lang="zh-CN" altLang="en-US" b="1"/>
              <a:t>实现效率的飞跃</a:t>
            </a:r>
            <a:r>
              <a:rPr lang="zh-CN" altLang="en-US"/>
              <a:t>。</a:t>
            </a:r>
            <a:endParaRPr lang="zh-CN" altLang="en-US"/>
          </a:p>
          <a:p>
            <a:pPr marL="285750" indent="-285750">
              <a:buFont typeface="Arial" panose="020B0604020202020204" pitchFamily="34" charset="0"/>
              <a:buChar char="•"/>
            </a:pPr>
            <a:r>
              <a:rPr lang="zh-CN" altLang="en-US"/>
              <a:t>在</a:t>
            </a:r>
            <a:r>
              <a:rPr lang="en-US" altLang="zh-CN"/>
              <a:t>AI</a:t>
            </a:r>
            <a:r>
              <a:rPr lang="zh-CN" altLang="en-US"/>
              <a:t>开发模式下，程序员重点关注设计，</a:t>
            </a:r>
            <a:r>
              <a:rPr lang="en-US" altLang="zh-CN"/>
              <a:t>AI</a:t>
            </a:r>
            <a:r>
              <a:rPr lang="zh-CN" altLang="en-US"/>
              <a:t>辅助设计进行实现，在</a:t>
            </a:r>
            <a:r>
              <a:rPr lang="en-US" altLang="zh-CN"/>
              <a:t>AI</a:t>
            </a:r>
            <a:r>
              <a:rPr lang="zh-CN" altLang="en-US"/>
              <a:t>进行实现时，可以投入其他设计工作，</a:t>
            </a:r>
            <a:r>
              <a:rPr lang="zh-CN" altLang="en-US" b="1"/>
              <a:t>解放人力，极大提高研发效率</a:t>
            </a:r>
            <a:r>
              <a:rPr lang="zh-CN" altLang="en-US"/>
              <a:t>。</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pic>
        <p:nvPicPr>
          <p:cNvPr id="5" name="图片 4" descr="数据地图-消息队列灰度问题"/>
          <p:cNvPicPr>
            <a:picLocks noChangeAspect="1"/>
          </p:cNvPicPr>
          <p:nvPr/>
        </p:nvPicPr>
        <p:blipFill>
          <a:blip r:embed="rId2"/>
          <a:stretch>
            <a:fillRect/>
          </a:stretch>
        </p:blipFill>
        <p:spPr>
          <a:xfrm>
            <a:off x="7444740" y="640715"/>
            <a:ext cx="4747260" cy="6106795"/>
          </a:xfrm>
          <a:prstGeom prst="rect">
            <a:avLst/>
          </a:prstGeom>
        </p:spPr>
      </p:pic>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3319780" y="732790"/>
            <a:ext cx="4064000" cy="460375"/>
          </a:xfrm>
          <a:prstGeom prst="rect">
            <a:avLst/>
          </a:prstGeom>
          <a:noFill/>
        </p:spPr>
        <p:txBody>
          <a:bodyPr wrap="square" rtlCol="0">
            <a:spAutoFit/>
          </a:bodyPr>
          <a:p>
            <a:r>
              <a:rPr lang="zh-CN" altLang="en-US" sz="2400" b="1"/>
              <a:t>风险主动识别与解决</a:t>
            </a:r>
            <a:endParaRPr lang="zh-CN" altLang="en-US" sz="2400" b="1"/>
          </a:p>
        </p:txBody>
      </p:sp>
      <p:sp>
        <p:nvSpPr>
          <p:cNvPr id="4" name="文本框 3"/>
          <p:cNvSpPr txBox="1"/>
          <p:nvPr/>
        </p:nvSpPr>
        <p:spPr>
          <a:xfrm>
            <a:off x="254635" y="1362075"/>
            <a:ext cx="7105015" cy="5403215"/>
          </a:xfrm>
          <a:prstGeom prst="rect">
            <a:avLst/>
          </a:prstGeom>
          <a:noFill/>
        </p:spPr>
        <p:txBody>
          <a:bodyPr wrap="square" rtlCol="0">
            <a:noAutofit/>
          </a:bodyPr>
          <a:p>
            <a:r>
              <a:rPr lang="en-US" altLang="zh-CN" sz="2000" b="1"/>
              <a:t> MQ</a:t>
            </a:r>
            <a:r>
              <a:rPr lang="zh-CN" altLang="en-US" sz="2000" b="1"/>
              <a:t>灰度冲突风险：</a:t>
            </a:r>
            <a:endParaRPr lang="zh-CN" altLang="en-US" sz="2000" b="1"/>
          </a:p>
          <a:p>
            <a:endParaRPr lang="zh-CN" altLang="en-US" sz="2000" b="1"/>
          </a:p>
          <a:p>
            <a:r>
              <a:rPr lang="en-US" altLang="zh-CN"/>
              <a:t>1. </a:t>
            </a:r>
            <a:r>
              <a:rPr lang="zh-CN" altLang="en-US"/>
              <a:t>发现途径：</a:t>
            </a:r>
            <a:endParaRPr lang="zh-CN" altLang="en-US"/>
          </a:p>
          <a:p>
            <a:endParaRPr lang="zh-CN" altLang="en-US"/>
          </a:p>
          <a:p>
            <a:pPr marL="285750" indent="-285750">
              <a:buFont typeface="Arial" panose="020B0604020202020204" pitchFamily="34" charset="0"/>
              <a:buChar char="•"/>
            </a:pPr>
            <a:r>
              <a:rPr lang="zh-CN" altLang="en-US" sz="1600"/>
              <a:t>联调过程中发现，端在进行扫描任务状态上报时，存在状态不一致场景：端的扫描状态已完成，但平台侧展示未开始。</a:t>
            </a:r>
            <a:endParaRPr lang="zh-CN" altLang="en-US" sz="1600"/>
          </a:p>
          <a:p>
            <a:pPr marL="285750" indent="-285750">
              <a:buFont typeface="Arial" panose="020B0604020202020204" pitchFamily="34" charset="0"/>
              <a:buChar char="•"/>
            </a:pPr>
            <a:r>
              <a:rPr lang="zh-CN" altLang="en-US" sz="1600"/>
              <a:t>当时考虑为环境因素导致消息丢失，或</a:t>
            </a:r>
            <a:r>
              <a:rPr lang="en-US" altLang="zh-CN" sz="1600"/>
              <a:t>aioserver</a:t>
            </a:r>
            <a:r>
              <a:rPr lang="zh-CN" altLang="en-US" sz="1600"/>
              <a:t>上游服务处理问题。</a:t>
            </a:r>
            <a:endParaRPr lang="zh-CN" altLang="en-US" sz="1600"/>
          </a:p>
          <a:p>
            <a:pPr marL="285750" indent="-285750">
              <a:buFont typeface="Arial" panose="020B0604020202020204" pitchFamily="34" charset="0"/>
              <a:buChar char="•"/>
            </a:pPr>
            <a:r>
              <a:rPr lang="zh-CN" altLang="en-US" sz="1600"/>
              <a:t>通过排查后，在</a:t>
            </a:r>
            <a:r>
              <a:rPr lang="en-US" altLang="zh-CN" sz="1600"/>
              <a:t>standard</a:t>
            </a:r>
            <a:r>
              <a:rPr lang="zh-CN" altLang="en-US" sz="1600"/>
              <a:t>的服务中发现大量的消息队列消费错误日志，追根溯源后发现，是由于</a:t>
            </a:r>
            <a:r>
              <a:rPr lang="en-US" altLang="zh-CN" sz="1600"/>
              <a:t>showxdlp</a:t>
            </a:r>
            <a:r>
              <a:rPr lang="zh-CN" altLang="en-US" sz="1600"/>
              <a:t>的</a:t>
            </a:r>
            <a:r>
              <a:rPr lang="en-US" altLang="zh-CN" sz="1600"/>
              <a:t>standard</a:t>
            </a:r>
            <a:r>
              <a:rPr lang="zh-CN" altLang="en-US" sz="1600"/>
              <a:t>服务抢占了灰度消息。</a:t>
            </a:r>
            <a:endParaRPr lang="en-US" altLang="zh-CN"/>
          </a:p>
          <a:p>
            <a:endParaRPr lang="en-US" altLang="zh-CN"/>
          </a:p>
          <a:p>
            <a:r>
              <a:rPr lang="en-US" altLang="zh-CN"/>
              <a:t>2. </a:t>
            </a:r>
            <a:r>
              <a:rPr lang="zh-CN" altLang="en-US"/>
              <a:t>问题</a:t>
            </a:r>
            <a:r>
              <a:rPr lang="zh-CN" altLang="en-US"/>
              <a:t>原因：历史遗留，上一迭代中，</a:t>
            </a:r>
            <a:r>
              <a:rPr lang="en-US" altLang="zh-CN"/>
              <a:t>showxdlp</a:t>
            </a:r>
            <a:r>
              <a:rPr lang="zh-CN" altLang="en-US"/>
              <a:t>新增的消息队列消费代码并没有实现灰度转发功能。</a:t>
            </a:r>
            <a:endParaRPr lang="zh-CN" altLang="en-US"/>
          </a:p>
          <a:p>
            <a:endParaRPr lang="en-US" altLang="zh-CN"/>
          </a:p>
          <a:p>
            <a:r>
              <a:rPr lang="en-US" altLang="zh-CN"/>
              <a:t>3. </a:t>
            </a:r>
            <a:r>
              <a:rPr lang="zh-CN" altLang="en-US"/>
              <a:t>若不解决，会存在严重的消息抢占问题，扫描策略状态变更</a:t>
            </a:r>
            <a:r>
              <a:rPr lang="zh-CN" altLang="en-US"/>
              <a:t>不一致。</a:t>
            </a:r>
            <a:endParaRPr lang="zh-CN" altLang="en-US"/>
          </a:p>
          <a:p>
            <a:endParaRPr lang="zh-CN" altLang="en-US"/>
          </a:p>
          <a:p>
            <a:r>
              <a:rPr lang="en-US" altLang="zh-CN"/>
              <a:t>4. </a:t>
            </a:r>
            <a:r>
              <a:rPr lang="zh-CN" altLang="en-US"/>
              <a:t>解决方案：在</a:t>
            </a:r>
            <a:r>
              <a:rPr lang="en-US" altLang="zh-CN"/>
              <a:t>showxdlp</a:t>
            </a:r>
            <a:r>
              <a:rPr lang="zh-CN" altLang="en-US"/>
              <a:t>中实现消息队列灰度转发功能，参考</a:t>
            </a:r>
            <a:r>
              <a:rPr lang="en-US" altLang="zh-CN"/>
              <a:t>ShowStrategy</a:t>
            </a:r>
            <a:r>
              <a:rPr lang="zh-CN" altLang="en-US"/>
              <a:t>实现。</a:t>
            </a:r>
            <a:endParaRPr lang="zh-CN" altLang="en-US"/>
          </a:p>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3319780" y="732790"/>
            <a:ext cx="4064000" cy="460375"/>
          </a:xfrm>
          <a:prstGeom prst="rect">
            <a:avLst/>
          </a:prstGeom>
          <a:noFill/>
        </p:spPr>
        <p:txBody>
          <a:bodyPr wrap="square" rtlCol="0">
            <a:spAutoFit/>
          </a:bodyPr>
          <a:p>
            <a:r>
              <a:rPr lang="zh-CN" altLang="en-US" sz="2400" b="1"/>
              <a:t>风险主动识别与解决</a:t>
            </a:r>
            <a:endParaRPr lang="zh-CN" altLang="en-US" sz="2400" b="1"/>
          </a:p>
        </p:txBody>
      </p:sp>
      <p:sp>
        <p:nvSpPr>
          <p:cNvPr id="8" name="文本框 7"/>
          <p:cNvSpPr txBox="1"/>
          <p:nvPr/>
        </p:nvSpPr>
        <p:spPr>
          <a:xfrm>
            <a:off x="685800" y="1331595"/>
            <a:ext cx="10578465" cy="5229225"/>
          </a:xfrm>
          <a:prstGeom prst="rect">
            <a:avLst/>
          </a:prstGeom>
          <a:noFill/>
        </p:spPr>
        <p:txBody>
          <a:bodyPr wrap="square" rtlCol="0">
            <a:noAutofit/>
          </a:bodyPr>
          <a:p>
            <a:r>
              <a:rPr lang="zh-CN" altLang="en-US" sz="2400" b="1"/>
              <a:t>定时器边界风险：</a:t>
            </a:r>
            <a:endParaRPr lang="zh-CN" altLang="en-US" sz="2400" b="1"/>
          </a:p>
          <a:p>
            <a:endParaRPr lang="zh-CN" altLang="en-US"/>
          </a:p>
          <a:p>
            <a:r>
              <a:rPr lang="en-US" altLang="zh-CN"/>
              <a:t>1. </a:t>
            </a:r>
            <a:r>
              <a:rPr lang="zh-CN" altLang="en-US"/>
              <a:t>发现途径：</a:t>
            </a:r>
            <a:endParaRPr lang="zh-CN" altLang="en-US"/>
          </a:p>
          <a:p>
            <a:pPr marL="285750" indent="-285750">
              <a:buFont typeface="Arial" panose="020B0604020202020204" pitchFamily="34" charset="0"/>
              <a:buChar char="•"/>
            </a:pPr>
            <a:r>
              <a:rPr lang="zh-CN" altLang="en-US" sz="1600"/>
              <a:t>临近上线前，协助解决定时器相关</a:t>
            </a:r>
            <a:r>
              <a:rPr lang="en-US" altLang="zh-CN" sz="1600"/>
              <a:t>TD</a:t>
            </a:r>
            <a:r>
              <a:rPr lang="zh-CN" altLang="en-US" sz="1600"/>
              <a:t>时，阅读定时器相关代码发现，代码在实现上存在隐患，除了该</a:t>
            </a:r>
            <a:r>
              <a:rPr lang="en-US" altLang="zh-CN" sz="1600"/>
              <a:t>TD</a:t>
            </a:r>
            <a:r>
              <a:rPr lang="zh-CN" altLang="en-US" sz="1600"/>
              <a:t>的场景外，其他</a:t>
            </a:r>
            <a:r>
              <a:rPr lang="zh-CN" altLang="en-US" sz="1600"/>
              <a:t>边界条件场景下，也可能存在问题。</a:t>
            </a:r>
            <a:endParaRPr lang="zh-CN" altLang="en-US" sz="1600"/>
          </a:p>
          <a:p>
            <a:pPr marL="285750" indent="-285750">
              <a:buFont typeface="Arial" panose="020B0604020202020204" pitchFamily="34" charset="0"/>
              <a:buChar char="•"/>
            </a:pPr>
            <a:r>
              <a:rPr lang="zh-CN" altLang="en-US" sz="1600"/>
              <a:t>构造边界条件，测试定时器功能，确定问题确实存在。</a:t>
            </a:r>
            <a:endParaRPr lang="en-US" altLang="zh-CN" sz="1600"/>
          </a:p>
          <a:p>
            <a:endParaRPr lang="en-US" altLang="zh-CN"/>
          </a:p>
          <a:p>
            <a:r>
              <a:rPr lang="en-US" altLang="zh-CN"/>
              <a:t>2. </a:t>
            </a:r>
            <a:r>
              <a:rPr lang="zh-CN" altLang="en-US"/>
              <a:t>定位问题：经过重新分析定时器流程，总结出所有边界条件分支</a:t>
            </a:r>
            <a:r>
              <a:rPr lang="en-US" altLang="zh-CN"/>
              <a:t>11</a:t>
            </a:r>
            <a:r>
              <a:rPr lang="zh-CN" altLang="en-US"/>
              <a:t>种，逐步测试后发现，当前定时器功能在四种边界条件下存在</a:t>
            </a:r>
            <a:r>
              <a:rPr lang="zh-CN" altLang="en-US"/>
              <a:t>问题。</a:t>
            </a:r>
            <a:endParaRPr lang="zh-CN" altLang="en-US"/>
          </a:p>
          <a:p>
            <a:endParaRPr lang="zh-CN" altLang="en-US"/>
          </a:p>
          <a:p>
            <a:r>
              <a:rPr lang="en-US" altLang="zh-CN"/>
              <a:t>3. </a:t>
            </a:r>
            <a:r>
              <a:rPr lang="zh-CN" altLang="en-US"/>
              <a:t>解决</a:t>
            </a:r>
            <a:r>
              <a:rPr lang="zh-CN" altLang="en-US"/>
              <a:t>方案：整体剖析目前实现思路，考虑到上线前稳定性，采用最小改动方案进行改动，确保不影响当前正确功能前提下，所有边界条件都能覆盖。</a:t>
            </a:r>
            <a:endParaRPr lang="zh-CN" altLang="en-US"/>
          </a:p>
          <a:p>
            <a:endParaRPr lang="zh-CN" altLang="en-US"/>
          </a:p>
          <a:p>
            <a:r>
              <a:rPr lang="en-US" altLang="zh-CN"/>
              <a:t>4. </a:t>
            </a:r>
            <a:r>
              <a:rPr lang="zh-CN" altLang="en-US"/>
              <a:t>成果：</a:t>
            </a:r>
            <a:r>
              <a:rPr lang="zh-CN" altLang="en-US" b="1"/>
              <a:t>彻底解决定时器功能风险，上线后定时器功能无报障</a:t>
            </a:r>
            <a:r>
              <a:rPr lang="zh-CN" altLang="en-US"/>
              <a:t>。</a:t>
            </a:r>
            <a:endParaRPr lang="zh-CN" altLang="en-US"/>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2.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数据地图</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502920" y="812800"/>
            <a:ext cx="4064000" cy="368300"/>
          </a:xfrm>
          <a:prstGeom prst="rect">
            <a:avLst/>
          </a:prstGeom>
          <a:noFill/>
        </p:spPr>
        <p:txBody>
          <a:bodyPr wrap="square" rtlCol="0">
            <a:spAutoFit/>
          </a:bodyPr>
          <a:p>
            <a:r>
              <a:rPr lang="zh-CN" altLang="en-US" b="1"/>
              <a:t>项目</a:t>
            </a:r>
            <a:r>
              <a:rPr lang="zh-CN" altLang="en-US" b="1"/>
              <a:t>结果</a:t>
            </a:r>
            <a:endParaRPr lang="zh-CN" altLang="en-US" b="1"/>
          </a:p>
        </p:txBody>
      </p:sp>
      <p:sp>
        <p:nvSpPr>
          <p:cNvPr id="4" name="文本框 3"/>
          <p:cNvSpPr txBox="1"/>
          <p:nvPr/>
        </p:nvSpPr>
        <p:spPr>
          <a:xfrm>
            <a:off x="946785" y="2690495"/>
            <a:ext cx="9455785" cy="2366645"/>
          </a:xfrm>
          <a:prstGeom prst="rect">
            <a:avLst/>
          </a:prstGeom>
        </p:spPr>
        <p:txBody>
          <a:bodyPr>
            <a:noAutofit/>
          </a:bodyPr>
          <a:p>
            <a:r>
              <a:rPr lang="zh-CN" altLang="en-US" sz="2400" b="1"/>
              <a:t>真实客户评价：</a:t>
            </a:r>
            <a:endParaRPr lang="zh-CN" altLang="en-US" sz="2400" b="1"/>
          </a:p>
          <a:p>
            <a:endParaRPr lang="zh-CN" altLang="en-US" sz="1600"/>
          </a:p>
          <a:p>
            <a:r>
              <a:rPr lang="zh-CN" altLang="en-US" sz="2000"/>
              <a:t>半亩花田：【数据地图、</a:t>
            </a:r>
            <a:r>
              <a:rPr lang="en-US" altLang="zh-CN" sz="2000"/>
              <a:t>OA</a:t>
            </a:r>
            <a:r>
              <a:rPr lang="zh-CN" altLang="en-US" sz="2000"/>
              <a:t>审批是成功的】对整体的使用体验、效果认可，客户能够比较快速的部署起来，管控旅程符合客户诉求；</a:t>
            </a:r>
            <a:endParaRPr lang="zh-CN" altLang="en-US" sz="2000"/>
          </a:p>
          <a:p>
            <a:r>
              <a:rPr lang="zh-CN" altLang="en-US" sz="2000"/>
              <a:t>国际信托：【数据地图】客户使用数据地图在没有任何指导下完成配置，客户认为配置逻辑简单符合客户诉求，效果上还未大规模使用暂不评价；</a:t>
            </a:r>
            <a:endParaRPr lang="zh-CN" altLang="en-US" sz="2000"/>
          </a:p>
        </p:txBody>
      </p:sp>
      <p:sp>
        <p:nvSpPr>
          <p:cNvPr id="5" name="文本框 4"/>
          <p:cNvSpPr txBox="1"/>
          <p:nvPr/>
        </p:nvSpPr>
        <p:spPr>
          <a:xfrm>
            <a:off x="2580640" y="1353185"/>
            <a:ext cx="8398510" cy="761365"/>
          </a:xfrm>
          <a:prstGeom prst="rect">
            <a:avLst/>
          </a:prstGeom>
          <a:noFill/>
        </p:spPr>
        <p:txBody>
          <a:bodyPr wrap="square" rtlCol="0">
            <a:noAutofit/>
          </a:bodyPr>
          <a:p>
            <a:r>
              <a:rPr lang="zh-CN" altLang="en-US" sz="2400" b="1"/>
              <a:t>目前已有</a:t>
            </a:r>
            <a:r>
              <a:rPr lang="en-US" altLang="zh-CN" sz="2400" b="1"/>
              <a:t>23</a:t>
            </a:r>
            <a:r>
              <a:rPr lang="zh-CN" altLang="en-US" sz="2400" b="1"/>
              <a:t>个租户使用数据地图功能</a:t>
            </a:r>
            <a:endParaRPr lang="zh-CN" altLang="en-US" sz="24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855345" y="1075690"/>
            <a:ext cx="10744200" cy="5556250"/>
          </a:xfrm>
          <a:prstGeom prst="rect">
            <a:avLst/>
          </a:prstGeom>
          <a:noFill/>
        </p:spPr>
        <p:txBody>
          <a:bodyPr wrap="square" rtlCol="0">
            <a:noAutofit/>
          </a:bodyPr>
          <a:p>
            <a:r>
              <a:rPr lang="zh-CN" altLang="en-US" sz="2400"/>
              <a:t>时间跨度：</a:t>
            </a:r>
            <a:r>
              <a:rPr lang="en-US" altLang="zh-CN"/>
              <a:t>11.5-11.26</a:t>
            </a:r>
            <a:endParaRPr lang="zh-CN" altLang="en-US"/>
          </a:p>
          <a:p>
            <a:r>
              <a:rPr lang="zh-CN" altLang="en-US" sz="2400"/>
              <a:t>负责任务：</a:t>
            </a:r>
            <a:r>
              <a:rPr lang="zh-CN" altLang="en-US"/>
              <a:t>独立完成</a:t>
            </a:r>
            <a:r>
              <a:rPr lang="en-US" altLang="zh-CN" b="1"/>
              <a:t>XDLP</a:t>
            </a:r>
            <a:r>
              <a:rPr lang="zh-CN" altLang="en-US" b="1"/>
              <a:t>泄密</a:t>
            </a:r>
            <a:r>
              <a:rPr lang="zh-CN" altLang="en-US" b="1"/>
              <a:t>事件分析页面</a:t>
            </a:r>
            <a:r>
              <a:rPr lang="zh-CN" altLang="en-US"/>
              <a:t>查询速度优化实现，解决数据量过大情况下，</a:t>
            </a:r>
            <a:r>
              <a:rPr lang="zh-CN" altLang="en-US" b="1"/>
              <a:t>客户无法使用问题</a:t>
            </a:r>
            <a:r>
              <a:rPr lang="zh-CN" altLang="en-US"/>
              <a:t>。</a:t>
            </a:r>
            <a:endParaRPr lang="zh-CN" altLang="en-US"/>
          </a:p>
          <a:p>
            <a:r>
              <a:rPr lang="zh-CN" altLang="en-US" sz="2400"/>
              <a:t>任务目标：</a:t>
            </a:r>
            <a:r>
              <a:rPr lang="en-US" altLang="zh-CN"/>
              <a:t>11.26</a:t>
            </a:r>
            <a:r>
              <a:rPr lang="zh-CN" altLang="en-US"/>
              <a:t>完成重构，前端无感刷新，性能显著提高，历史遗留问题解决，</a:t>
            </a:r>
            <a:r>
              <a:rPr lang="zh-CN" altLang="en-US"/>
              <a:t>按时进行转测。</a:t>
            </a:r>
            <a:endParaRPr lang="en-US" altLang="zh-CN"/>
          </a:p>
          <a:p>
            <a:endParaRPr lang="zh-CN" altLang="en-US"/>
          </a:p>
          <a:p>
            <a:r>
              <a:rPr lang="zh-CN" altLang="en-US" sz="2400"/>
              <a:t>任务背景</a:t>
            </a:r>
            <a:r>
              <a:rPr lang="zh-CN" altLang="en-US" sz="2400"/>
              <a:t>：</a:t>
            </a:r>
            <a:endParaRPr lang="zh-CN" altLang="en-US" sz="2400"/>
          </a:p>
          <a:p>
            <a:endParaRPr lang="zh-CN" altLang="en-US"/>
          </a:p>
          <a:p>
            <a:r>
              <a:rPr lang="en-US" altLang="zh-CN">
                <a:sym typeface="+mn-ea"/>
              </a:rPr>
              <a:t>1. </a:t>
            </a:r>
            <a:r>
              <a:rPr lang="zh-CN" altLang="en-US" b="1">
                <a:sym typeface="+mn-ea"/>
              </a:rPr>
              <a:t>历史遗留</a:t>
            </a:r>
            <a:endParaRPr lang="zh-CN" altLang="en-US">
              <a:sym typeface="+mn-ea"/>
            </a:endParaRPr>
          </a:p>
          <a:p>
            <a:r>
              <a:rPr lang="zh-CN" altLang="en-US"/>
              <a:t>在</a:t>
            </a:r>
            <a:r>
              <a:rPr lang="en-US" altLang="zh-CN"/>
              <a:t>3</a:t>
            </a:r>
            <a:r>
              <a:rPr lang="zh-CN" altLang="en-US"/>
              <a:t>月时，由于库洛游戏数据量太大，</a:t>
            </a:r>
            <a:r>
              <a:rPr lang="zh-CN" altLang="en-US"/>
              <a:t>已经出现过</a:t>
            </a:r>
            <a:r>
              <a:rPr lang="en-US" altLang="zh-CN"/>
              <a:t>SQL</a:t>
            </a:r>
            <a:r>
              <a:rPr lang="zh-CN" altLang="en-US"/>
              <a:t>执行速度慢的问题，通过索引优化</a:t>
            </a:r>
            <a:r>
              <a:rPr lang="en-US" altLang="zh-CN"/>
              <a:t>+</a:t>
            </a:r>
            <a:r>
              <a:rPr lang="zh-CN" altLang="en-US"/>
              <a:t>查询数量限制进行了优化，但在风险事件数据量过大的场景下，由于此前优化的查询数量限制，引入了查询字段无法完全获取问题，</a:t>
            </a:r>
            <a:r>
              <a:rPr lang="zh-CN" altLang="en-US" b="1"/>
              <a:t>导致客户功能无法使用</a:t>
            </a:r>
            <a:r>
              <a:rPr lang="zh-CN" altLang="en-US"/>
              <a:t>。</a:t>
            </a:r>
            <a:endParaRPr lang="zh-CN" altLang="en-US"/>
          </a:p>
          <a:p>
            <a:endParaRPr lang="zh-CN" altLang="en-US"/>
          </a:p>
          <a:p>
            <a:r>
              <a:rPr lang="en-US" altLang="zh-CN">
                <a:sym typeface="+mn-ea"/>
              </a:rPr>
              <a:t>2. </a:t>
            </a:r>
            <a:r>
              <a:rPr lang="zh-CN" altLang="en-US" b="1">
                <a:sym typeface="+mn-ea"/>
              </a:rPr>
              <a:t>常规改动无效</a:t>
            </a:r>
            <a:r>
              <a:rPr lang="en-US" altLang="zh-CN" b="1">
                <a:sym typeface="+mn-ea"/>
              </a:rPr>
              <a:t> </a:t>
            </a:r>
            <a:r>
              <a:rPr lang="zh-CN" altLang="en-US" b="1">
                <a:sym typeface="+mn-ea"/>
              </a:rPr>
              <a:t>必须大刀阔斧重构</a:t>
            </a:r>
            <a:endParaRPr lang="zh-CN" altLang="en-US" b="1"/>
          </a:p>
          <a:p>
            <a:r>
              <a:rPr lang="zh-CN" altLang="en-US"/>
              <a:t>当前索引和</a:t>
            </a:r>
            <a:r>
              <a:rPr lang="en-US" altLang="zh-CN"/>
              <a:t>SQL</a:t>
            </a:r>
            <a:r>
              <a:rPr lang="zh-CN" altLang="en-US"/>
              <a:t>已经没有优化空间，需要对底层表结构、表存储逻辑、查询</a:t>
            </a:r>
            <a:r>
              <a:rPr lang="en-US" altLang="zh-CN"/>
              <a:t>SQL</a:t>
            </a:r>
            <a:r>
              <a:rPr lang="zh-CN" altLang="en-US"/>
              <a:t>进行完全的</a:t>
            </a:r>
            <a:r>
              <a:rPr lang="zh-CN" altLang="en-US"/>
              <a:t>重构。</a:t>
            </a:r>
            <a:endParaRPr lang="zh-CN" altLang="en-US"/>
          </a:p>
          <a:p>
            <a:endParaRPr lang="zh-CN" altLang="en-US"/>
          </a:p>
          <a:p>
            <a:r>
              <a:rPr lang="en-US" altLang="zh-CN">
                <a:sym typeface="+mn-ea"/>
              </a:rPr>
              <a:t>3. </a:t>
            </a:r>
            <a:r>
              <a:rPr lang="zh-CN" altLang="en-US" b="1">
                <a:sym typeface="+mn-ea"/>
              </a:rPr>
              <a:t>原逻辑复杂</a:t>
            </a:r>
            <a:r>
              <a:rPr lang="en-US" altLang="zh-CN" b="1">
                <a:sym typeface="+mn-ea"/>
              </a:rPr>
              <a:t> </a:t>
            </a:r>
            <a:r>
              <a:rPr lang="zh-CN" altLang="en-US" b="1">
                <a:sym typeface="+mn-ea"/>
              </a:rPr>
              <a:t>改动难度非常大</a:t>
            </a:r>
            <a:endParaRPr lang="zh-CN" altLang="en-US" b="1"/>
          </a:p>
          <a:p>
            <a:r>
              <a:rPr lang="zh-CN" altLang="en-US"/>
              <a:t>原</a:t>
            </a:r>
            <a:r>
              <a:rPr lang="en-US" altLang="zh-CN"/>
              <a:t>SQL</a:t>
            </a:r>
            <a:r>
              <a:rPr lang="zh-CN" altLang="en-US"/>
              <a:t>具有五层嵌套查询，</a:t>
            </a:r>
            <a:r>
              <a:rPr lang="en-US" altLang="zh-CN"/>
              <a:t>15</a:t>
            </a:r>
            <a:r>
              <a:rPr lang="zh-CN" altLang="en-US"/>
              <a:t>个动态条件，复杂的数组和</a:t>
            </a:r>
            <a:r>
              <a:rPr lang="en-US" altLang="zh-CN"/>
              <a:t>JSON</a:t>
            </a:r>
            <a:r>
              <a:rPr lang="zh-CN" altLang="en-US"/>
              <a:t>处理操作，且需要完全适配业务，做到前端无感更新。</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pic>
        <p:nvPicPr>
          <p:cNvPr id="3" name="图片 2"/>
          <p:cNvPicPr>
            <a:picLocks noChangeAspect="1"/>
          </p:cNvPicPr>
          <p:nvPr/>
        </p:nvPicPr>
        <p:blipFill>
          <a:blip r:embed="rId2"/>
          <a:stretch>
            <a:fillRect/>
          </a:stretch>
        </p:blipFill>
        <p:spPr>
          <a:xfrm>
            <a:off x="0" y="1447165"/>
            <a:ext cx="12200890" cy="5292725"/>
          </a:xfrm>
          <a:prstGeom prst="rect">
            <a:avLst/>
          </a:prstGeom>
        </p:spPr>
      </p:pic>
      <p:sp>
        <p:nvSpPr>
          <p:cNvPr id="4" name="文本框 3"/>
          <p:cNvSpPr txBox="1"/>
          <p:nvPr/>
        </p:nvSpPr>
        <p:spPr>
          <a:xfrm>
            <a:off x="3395980" y="941705"/>
            <a:ext cx="4337685" cy="505460"/>
          </a:xfrm>
          <a:prstGeom prst="rect">
            <a:avLst/>
          </a:prstGeom>
          <a:noFill/>
        </p:spPr>
        <p:txBody>
          <a:bodyPr wrap="square" rtlCol="0">
            <a:noAutofit/>
          </a:bodyPr>
          <a:p>
            <a:r>
              <a:rPr lang="zh-CN" altLang="en-US" sz="2400" b="1"/>
              <a:t>数据量大、改动难度大、必现</a:t>
            </a:r>
            <a:endParaRPr lang="en-US" altLang="zh-CN" sz="24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pic>
        <p:nvPicPr>
          <p:cNvPr id="3" name="图片 2"/>
          <p:cNvPicPr>
            <a:picLocks noChangeAspect="1"/>
          </p:cNvPicPr>
          <p:nvPr/>
        </p:nvPicPr>
        <p:blipFill>
          <a:blip r:embed="rId2"/>
          <a:stretch>
            <a:fillRect/>
          </a:stretch>
        </p:blipFill>
        <p:spPr>
          <a:xfrm>
            <a:off x="386715" y="1580515"/>
            <a:ext cx="11358880" cy="1463675"/>
          </a:xfrm>
          <a:prstGeom prst="rect">
            <a:avLst/>
          </a:prstGeom>
        </p:spPr>
      </p:pic>
      <p:sp>
        <p:nvSpPr>
          <p:cNvPr id="4" name="文本框 3"/>
          <p:cNvSpPr txBox="1"/>
          <p:nvPr/>
        </p:nvSpPr>
        <p:spPr>
          <a:xfrm>
            <a:off x="590550" y="850265"/>
            <a:ext cx="10788015" cy="927100"/>
          </a:xfrm>
          <a:prstGeom prst="rect">
            <a:avLst/>
          </a:prstGeom>
          <a:noFill/>
        </p:spPr>
        <p:txBody>
          <a:bodyPr wrap="square" rtlCol="0">
            <a:noAutofit/>
          </a:bodyPr>
          <a:p>
            <a:r>
              <a:rPr lang="zh-CN" altLang="en-US" b="1"/>
              <a:t>原因：原</a:t>
            </a:r>
            <a:r>
              <a:rPr lang="en-US" altLang="zh-CN" b="1"/>
              <a:t>SQL</a:t>
            </a:r>
            <a:r>
              <a:rPr lang="zh-CN" altLang="en-US" b="1"/>
              <a:t>无法在</a:t>
            </a:r>
            <a:r>
              <a:rPr lang="en-US" altLang="zh-CN" b="1"/>
              <a:t>join</a:t>
            </a:r>
            <a:r>
              <a:rPr lang="zh-CN" altLang="en-US" b="1"/>
              <a:t>前分页，大量的数据进行</a:t>
            </a:r>
            <a:r>
              <a:rPr lang="en-US" altLang="zh-CN" b="1"/>
              <a:t>join</a:t>
            </a:r>
            <a:r>
              <a:rPr lang="zh-CN" altLang="en-US" b="1"/>
              <a:t>操作。后续有涉及到多次的聚合、</a:t>
            </a:r>
            <a:r>
              <a:rPr lang="en-US" altLang="zh-CN" b="1"/>
              <a:t>unnest</a:t>
            </a:r>
            <a:r>
              <a:rPr lang="zh-CN" altLang="en-US" b="1"/>
              <a:t>、中间结果物化、排序、去重操作，导致严重的磁盘占用。</a:t>
            </a:r>
            <a:endParaRPr lang="zh-CN" altLang="en-US" b="1"/>
          </a:p>
          <a:p>
            <a:endParaRPr lang="zh-CN" altLang="en-US" b="1"/>
          </a:p>
        </p:txBody>
      </p:sp>
      <p:pic>
        <p:nvPicPr>
          <p:cNvPr id="5" name="图片 4"/>
          <p:cNvPicPr>
            <a:picLocks noChangeAspect="1"/>
          </p:cNvPicPr>
          <p:nvPr/>
        </p:nvPicPr>
        <p:blipFill>
          <a:blip r:embed="rId3"/>
          <a:stretch>
            <a:fillRect/>
          </a:stretch>
        </p:blipFill>
        <p:spPr>
          <a:xfrm>
            <a:off x="387350" y="3044190"/>
            <a:ext cx="11363325" cy="38138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921385" y="1097915"/>
            <a:ext cx="4064000" cy="368300"/>
          </a:xfrm>
          <a:prstGeom prst="rect">
            <a:avLst/>
          </a:prstGeom>
          <a:noFill/>
        </p:spPr>
        <p:txBody>
          <a:bodyPr wrap="square" rtlCol="0">
            <a:spAutoFit/>
          </a:bodyPr>
          <a:p>
            <a:r>
              <a:rPr lang="zh-CN" altLang="en-US" b="1"/>
              <a:t>从客户角度分析：</a:t>
            </a:r>
            <a:endParaRPr lang="zh-CN" altLang="en-US" b="1"/>
          </a:p>
        </p:txBody>
      </p:sp>
      <p:sp>
        <p:nvSpPr>
          <p:cNvPr id="8" name="文本框 7"/>
          <p:cNvSpPr txBox="1"/>
          <p:nvPr/>
        </p:nvSpPr>
        <p:spPr>
          <a:xfrm>
            <a:off x="921385" y="2107565"/>
            <a:ext cx="4064000" cy="2306955"/>
          </a:xfrm>
          <a:prstGeom prst="rect">
            <a:avLst/>
          </a:prstGeom>
          <a:noFill/>
        </p:spPr>
        <p:txBody>
          <a:bodyPr wrap="square" rtlCol="0">
            <a:spAutoFit/>
          </a:bodyPr>
          <a:p>
            <a:r>
              <a:rPr lang="zh-CN" altLang="en-US"/>
              <a:t>对于客户</a:t>
            </a:r>
            <a:r>
              <a:rPr lang="zh-CN" altLang="en-US"/>
              <a:t>而言：</a:t>
            </a:r>
            <a:endParaRPr lang="zh-CN" altLang="en-US"/>
          </a:p>
          <a:p>
            <a:endParaRPr lang="zh-CN" altLang="en-US"/>
          </a:p>
          <a:p>
            <a:r>
              <a:rPr lang="en-US" altLang="zh-CN"/>
              <a:t>1.</a:t>
            </a:r>
            <a:r>
              <a:rPr lang="zh-CN" altLang="en-US"/>
              <a:t>过多的风险事件（七天</a:t>
            </a:r>
            <a:r>
              <a:rPr lang="zh-CN" altLang="en-US"/>
              <a:t>九万条）反而让客户无法识别到真实的</a:t>
            </a:r>
            <a:r>
              <a:rPr lang="zh-CN" altLang="en-US"/>
              <a:t>风险。</a:t>
            </a:r>
            <a:endParaRPr lang="zh-CN" altLang="en-US"/>
          </a:p>
          <a:p>
            <a:endParaRPr lang="zh-CN" altLang="en-US"/>
          </a:p>
          <a:p>
            <a:r>
              <a:rPr lang="en-US" altLang="zh-CN"/>
              <a:t>2.</a:t>
            </a:r>
            <a:r>
              <a:rPr lang="zh-CN" altLang="en-US"/>
              <a:t>但客户的不规范使用不应该对客户的体验造成问题。（大数据量下字段无法</a:t>
            </a:r>
            <a:r>
              <a:rPr lang="zh-CN" altLang="en-US"/>
              <a:t>获取）</a:t>
            </a:r>
            <a:endParaRPr lang="zh-CN" altLang="en-US"/>
          </a:p>
        </p:txBody>
      </p:sp>
      <p:sp>
        <p:nvSpPr>
          <p:cNvPr id="10" name="文本框 9"/>
          <p:cNvSpPr txBox="1"/>
          <p:nvPr/>
        </p:nvSpPr>
        <p:spPr>
          <a:xfrm>
            <a:off x="5985510" y="2107565"/>
            <a:ext cx="4429760" cy="1964055"/>
          </a:xfrm>
          <a:prstGeom prst="rect">
            <a:avLst/>
          </a:prstGeom>
          <a:noFill/>
        </p:spPr>
        <p:txBody>
          <a:bodyPr wrap="square" rtlCol="0">
            <a:noAutofit/>
          </a:bodyPr>
          <a:p>
            <a:r>
              <a:rPr lang="zh-CN" altLang="en-US"/>
              <a:t>解决</a:t>
            </a:r>
            <a:r>
              <a:rPr lang="zh-CN" altLang="en-US"/>
              <a:t>方案：</a:t>
            </a:r>
            <a:endParaRPr lang="zh-CN" altLang="en-US"/>
          </a:p>
          <a:p>
            <a:endParaRPr lang="zh-CN" altLang="en-US"/>
          </a:p>
          <a:p>
            <a:r>
              <a:rPr lang="en-US" altLang="zh-CN"/>
              <a:t>1.</a:t>
            </a:r>
            <a:r>
              <a:rPr lang="zh-CN" altLang="en-US"/>
              <a:t>应该建议客户参考已有的最佳实践进行配置。考虑从程序层面进行</a:t>
            </a:r>
            <a:r>
              <a:rPr lang="zh-CN" altLang="en-US"/>
              <a:t>限制。</a:t>
            </a:r>
            <a:endParaRPr lang="zh-CN" altLang="en-US"/>
          </a:p>
          <a:p>
            <a:endParaRPr lang="zh-CN" altLang="en-US"/>
          </a:p>
          <a:p>
            <a:r>
              <a:rPr lang="en-US" altLang="zh-CN"/>
              <a:t>2.</a:t>
            </a:r>
            <a:r>
              <a:rPr lang="zh-CN" altLang="en-US"/>
              <a:t>应该对当前的查询进行彻底的重构，彻底解决查询</a:t>
            </a:r>
            <a:r>
              <a:rPr lang="zh-CN" altLang="en-US"/>
              <a:t>问题。</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4" name="文本框 3"/>
          <p:cNvSpPr txBox="1"/>
          <p:nvPr/>
        </p:nvSpPr>
        <p:spPr>
          <a:xfrm>
            <a:off x="796925" y="951230"/>
            <a:ext cx="8322310" cy="419100"/>
          </a:xfrm>
          <a:prstGeom prst="rect">
            <a:avLst/>
          </a:prstGeom>
          <a:noFill/>
        </p:spPr>
        <p:txBody>
          <a:bodyPr wrap="square" rtlCol="0">
            <a:noAutofit/>
          </a:bodyPr>
          <a:p>
            <a:r>
              <a:rPr lang="zh-CN" altLang="en-US"/>
              <a:t>对原有</a:t>
            </a:r>
            <a:r>
              <a:rPr lang="en-US" altLang="zh-CN"/>
              <a:t>SQL</a:t>
            </a:r>
            <a:r>
              <a:rPr lang="zh-CN" altLang="en-US"/>
              <a:t>进行详细的分析，将查询条件与动态生成的</a:t>
            </a:r>
            <a:r>
              <a:rPr lang="en-US" altLang="zh-CN"/>
              <a:t>SQL</a:t>
            </a:r>
            <a:r>
              <a:rPr lang="zh-CN" altLang="en-US"/>
              <a:t>过滤字段一对一</a:t>
            </a:r>
            <a:r>
              <a:rPr lang="zh-CN" altLang="en-US"/>
              <a:t>关联。</a:t>
            </a:r>
            <a:endParaRPr lang="zh-CN" altLang="en-US"/>
          </a:p>
        </p:txBody>
      </p:sp>
      <p:sp>
        <p:nvSpPr>
          <p:cNvPr id="5" name="文本框 4"/>
          <p:cNvSpPr txBox="1"/>
          <p:nvPr/>
        </p:nvSpPr>
        <p:spPr>
          <a:xfrm>
            <a:off x="657860" y="5170170"/>
            <a:ext cx="5543550" cy="1544320"/>
          </a:xfrm>
          <a:prstGeom prst="rect">
            <a:avLst/>
          </a:prstGeom>
          <a:noFill/>
        </p:spPr>
        <p:txBody>
          <a:bodyPr wrap="square" rtlCol="0">
            <a:noAutofit/>
          </a:bodyPr>
          <a:p>
            <a:r>
              <a:rPr lang="zh-CN" altLang="en-US"/>
              <a:t>总结：</a:t>
            </a:r>
            <a:r>
              <a:rPr lang="zh-CN" altLang="en-US" b="1"/>
              <a:t>过滤条件繁多且复杂</a:t>
            </a:r>
            <a:r>
              <a:rPr lang="en-US" altLang="zh-CN" b="1"/>
              <a:t>!</a:t>
            </a:r>
            <a:endParaRPr lang="zh-CN" altLang="en-US" b="1"/>
          </a:p>
          <a:p>
            <a:r>
              <a:rPr lang="en-US" altLang="zh-CN"/>
              <a:t>1.</a:t>
            </a:r>
            <a:r>
              <a:rPr lang="zh-CN" altLang="en-US"/>
              <a:t>共有</a:t>
            </a:r>
            <a:r>
              <a:rPr lang="en-US" altLang="zh-CN"/>
              <a:t>15</a:t>
            </a:r>
            <a:r>
              <a:rPr lang="zh-CN" altLang="en-US"/>
              <a:t>个动态过滤条件。</a:t>
            </a:r>
            <a:endParaRPr lang="zh-CN" altLang="en-US"/>
          </a:p>
          <a:p>
            <a:r>
              <a:rPr lang="en-US" altLang="zh-CN"/>
              <a:t>2.</a:t>
            </a:r>
            <a:r>
              <a:rPr lang="zh-CN" altLang="en-US"/>
              <a:t>其中</a:t>
            </a:r>
            <a:r>
              <a:rPr lang="en-US" altLang="zh-CN"/>
              <a:t>5</a:t>
            </a:r>
            <a:r>
              <a:rPr lang="zh-CN" altLang="en-US"/>
              <a:t>个是直接对左表</a:t>
            </a:r>
            <a:r>
              <a:rPr lang="en-US" altLang="zh-CN"/>
              <a:t>risk</a:t>
            </a:r>
            <a:r>
              <a:rPr lang="zh-CN" altLang="en-US"/>
              <a:t>进行</a:t>
            </a:r>
            <a:r>
              <a:rPr lang="zh-CN" altLang="en-US"/>
              <a:t>过滤。</a:t>
            </a:r>
            <a:endParaRPr lang="zh-CN" altLang="en-US"/>
          </a:p>
          <a:p>
            <a:r>
              <a:rPr lang="en-US" altLang="zh-CN"/>
              <a:t>3.</a:t>
            </a:r>
            <a:r>
              <a:rPr lang="zh-CN" altLang="en-US"/>
              <a:t>剩余</a:t>
            </a:r>
            <a:r>
              <a:rPr lang="en-US" altLang="zh-CN"/>
              <a:t>10</a:t>
            </a:r>
            <a:r>
              <a:rPr lang="zh-CN" altLang="en-US"/>
              <a:t>个是针对右表</a:t>
            </a:r>
            <a:r>
              <a:rPr lang="en-US" altLang="zh-CN"/>
              <a:t>proof_info</a:t>
            </a:r>
            <a:r>
              <a:rPr lang="zh-CN" altLang="en-US"/>
              <a:t>进行过滤，且存在直接过滤与聚合后过滤两种</a:t>
            </a:r>
            <a:r>
              <a:rPr lang="zh-CN" altLang="en-US"/>
              <a:t>形式。</a:t>
            </a:r>
            <a:endParaRPr lang="zh-CN" altLang="en-US"/>
          </a:p>
        </p:txBody>
      </p:sp>
      <p:sp>
        <p:nvSpPr>
          <p:cNvPr id="11" name="文本框 10"/>
          <p:cNvSpPr txBox="1"/>
          <p:nvPr/>
        </p:nvSpPr>
        <p:spPr>
          <a:xfrm>
            <a:off x="6840220" y="5170170"/>
            <a:ext cx="5200015" cy="1372235"/>
          </a:xfrm>
          <a:prstGeom prst="rect">
            <a:avLst/>
          </a:prstGeom>
          <a:noFill/>
        </p:spPr>
        <p:txBody>
          <a:bodyPr wrap="square" rtlCol="0">
            <a:noAutofit/>
          </a:bodyPr>
          <a:p>
            <a:r>
              <a:rPr lang="zh-CN" altLang="en-US"/>
              <a:t>原</a:t>
            </a:r>
            <a:r>
              <a:rPr lang="en-US" altLang="zh-CN"/>
              <a:t>SQL</a:t>
            </a:r>
            <a:r>
              <a:rPr lang="zh-CN" altLang="en-US"/>
              <a:t>效率低下的</a:t>
            </a:r>
            <a:r>
              <a:rPr lang="zh-CN" altLang="en-US" b="1"/>
              <a:t>核心原因</a:t>
            </a:r>
            <a:r>
              <a:rPr lang="zh-CN" altLang="en-US"/>
              <a:t>在于：</a:t>
            </a:r>
            <a:endParaRPr lang="zh-CN" altLang="en-US"/>
          </a:p>
          <a:p>
            <a:r>
              <a:rPr lang="en-US" altLang="zh-CN"/>
              <a:t>1.</a:t>
            </a:r>
            <a:r>
              <a:rPr lang="zh-CN" altLang="en-US" b="1"/>
              <a:t>过滤条件同时分布</a:t>
            </a:r>
            <a:r>
              <a:rPr lang="zh-CN" altLang="en-US"/>
              <a:t>于左表与</a:t>
            </a:r>
            <a:r>
              <a:rPr lang="zh-CN" altLang="en-US"/>
              <a:t>右表！</a:t>
            </a:r>
            <a:endParaRPr lang="zh-CN" altLang="en-US"/>
          </a:p>
          <a:p>
            <a:r>
              <a:rPr lang="en-US" altLang="zh-CN"/>
              <a:t>2.</a:t>
            </a:r>
            <a:r>
              <a:rPr lang="zh-CN" altLang="en-US"/>
              <a:t>导致</a:t>
            </a:r>
            <a:r>
              <a:rPr lang="zh-CN" altLang="en-US" b="1"/>
              <a:t>无法直接对左表进行分页</a:t>
            </a:r>
            <a:r>
              <a:rPr lang="zh-CN" altLang="en-US"/>
              <a:t>，需要对大量数据进行</a:t>
            </a:r>
            <a:r>
              <a:rPr lang="en-US" altLang="zh-CN"/>
              <a:t>join</a:t>
            </a:r>
            <a:r>
              <a:rPr lang="zh-CN" altLang="en-US"/>
              <a:t>后再</a:t>
            </a:r>
            <a:r>
              <a:rPr lang="en-US" altLang="zh-CN"/>
              <a:t>limit</a:t>
            </a:r>
            <a:r>
              <a:rPr lang="zh-CN" altLang="en-US"/>
              <a:t>分页。</a:t>
            </a:r>
            <a:endParaRPr lang="zh-CN" altLang="en-US"/>
          </a:p>
        </p:txBody>
      </p:sp>
      <p:pic>
        <p:nvPicPr>
          <p:cNvPr id="7" name="图片 6" descr="image-2025-11-27_16-13-8"/>
          <p:cNvPicPr>
            <a:picLocks noChangeAspect="1"/>
          </p:cNvPicPr>
          <p:nvPr/>
        </p:nvPicPr>
        <p:blipFill>
          <a:blip r:embed="rId2"/>
          <a:stretch>
            <a:fillRect/>
          </a:stretch>
        </p:blipFill>
        <p:spPr>
          <a:xfrm>
            <a:off x="796290" y="1355090"/>
            <a:ext cx="11130915" cy="37528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779780" y="1031240"/>
            <a:ext cx="6199505" cy="5492750"/>
          </a:xfrm>
          <a:prstGeom prst="rect">
            <a:avLst/>
          </a:prstGeom>
          <a:noFill/>
        </p:spPr>
        <p:txBody>
          <a:bodyPr wrap="square" rtlCol="0">
            <a:noAutofit/>
          </a:bodyPr>
          <a:p>
            <a:r>
              <a:rPr lang="zh-CN" altLang="en-US" b="1"/>
              <a:t>最终解决方案</a:t>
            </a:r>
            <a:r>
              <a:rPr lang="zh-CN" altLang="en-US"/>
              <a:t>：</a:t>
            </a:r>
            <a:endParaRPr lang="zh-CN" altLang="en-US"/>
          </a:p>
          <a:p>
            <a:endParaRPr lang="zh-CN" altLang="en-US"/>
          </a:p>
          <a:p>
            <a:endParaRPr lang="zh-CN" altLang="en-US"/>
          </a:p>
          <a:p>
            <a:r>
              <a:rPr lang="en-US" altLang="zh-CN"/>
              <a:t>1.</a:t>
            </a:r>
            <a:r>
              <a:rPr lang="zh-CN" altLang="en-US"/>
              <a:t>对右表的过滤条件涉及到的字段，进行冗余存储到</a:t>
            </a:r>
            <a:r>
              <a:rPr lang="zh-CN" altLang="en-US"/>
              <a:t>左表。</a:t>
            </a:r>
            <a:endParaRPr lang="zh-CN" altLang="en-US"/>
          </a:p>
          <a:p>
            <a:endParaRPr lang="zh-CN" altLang="en-US"/>
          </a:p>
          <a:p>
            <a:endParaRPr lang="zh-CN" altLang="en-US"/>
          </a:p>
          <a:p>
            <a:endParaRPr lang="zh-CN" altLang="en-US"/>
          </a:p>
          <a:p>
            <a:r>
              <a:rPr lang="en-US" altLang="zh-CN"/>
              <a:t>2.</a:t>
            </a:r>
            <a:r>
              <a:rPr lang="zh-CN" altLang="en-US"/>
              <a:t>过滤条件直接作用于左表，分页查询左表后再查询右表，避免大数据量的</a:t>
            </a:r>
            <a:r>
              <a:rPr lang="en-US" altLang="zh-CN"/>
              <a:t>join</a:t>
            </a:r>
            <a:r>
              <a:rPr lang="zh-CN" altLang="en-US"/>
              <a:t>！</a:t>
            </a:r>
            <a:endParaRPr lang="zh-CN" altLang="en-US"/>
          </a:p>
          <a:p>
            <a:endParaRPr lang="zh-CN" altLang="en-US"/>
          </a:p>
          <a:p>
            <a:endParaRPr lang="zh-CN" altLang="en-US"/>
          </a:p>
          <a:p>
            <a:endParaRPr lang="zh-CN" altLang="en-US"/>
          </a:p>
          <a:p>
            <a:r>
              <a:rPr lang="en-US" altLang="zh-CN"/>
              <a:t>3.</a:t>
            </a:r>
            <a:r>
              <a:rPr lang="zh-CN" altLang="en-US"/>
              <a:t>将方案记录为文档，形成知识沉淀。</a:t>
            </a:r>
            <a:endParaRPr lang="zh-CN" altLang="en-US"/>
          </a:p>
        </p:txBody>
      </p:sp>
      <p:pic>
        <p:nvPicPr>
          <p:cNvPr id="3" name="图片 2"/>
          <p:cNvPicPr>
            <a:picLocks noChangeAspect="1"/>
          </p:cNvPicPr>
          <p:nvPr/>
        </p:nvPicPr>
        <p:blipFill>
          <a:blip r:embed="rId2"/>
          <a:stretch>
            <a:fillRect/>
          </a:stretch>
        </p:blipFill>
        <p:spPr>
          <a:xfrm>
            <a:off x="7345680" y="1512570"/>
            <a:ext cx="4037330" cy="40747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731520" y="926465"/>
            <a:ext cx="4064000" cy="368300"/>
          </a:xfrm>
          <a:prstGeom prst="rect">
            <a:avLst/>
          </a:prstGeom>
          <a:noFill/>
        </p:spPr>
        <p:txBody>
          <a:bodyPr wrap="square" rtlCol="0">
            <a:spAutoFit/>
          </a:bodyPr>
          <a:p>
            <a:r>
              <a:rPr lang="zh-CN" altLang="en-US" b="1"/>
              <a:t>左表</a:t>
            </a:r>
            <a:r>
              <a:rPr lang="en-US" altLang="zh-CN" b="1"/>
              <a:t>risk</a:t>
            </a:r>
            <a:r>
              <a:rPr lang="zh-CN" altLang="en-US" b="1"/>
              <a:t>冗余存储字段分析：</a:t>
            </a:r>
            <a:endParaRPr lang="zh-CN" altLang="en-US" b="1"/>
          </a:p>
        </p:txBody>
      </p:sp>
      <p:sp>
        <p:nvSpPr>
          <p:cNvPr id="8" name="文本框 7"/>
          <p:cNvSpPr txBox="1"/>
          <p:nvPr/>
        </p:nvSpPr>
        <p:spPr>
          <a:xfrm>
            <a:off x="731520" y="5283835"/>
            <a:ext cx="10808335" cy="1047750"/>
          </a:xfrm>
          <a:prstGeom prst="rect">
            <a:avLst/>
          </a:prstGeom>
          <a:noFill/>
        </p:spPr>
        <p:txBody>
          <a:bodyPr wrap="square" rtlCol="0">
            <a:noAutofit/>
          </a:bodyPr>
          <a:p>
            <a:r>
              <a:rPr lang="zh-CN" altLang="en-US"/>
              <a:t>总结：</a:t>
            </a:r>
            <a:endParaRPr lang="zh-CN" altLang="en-US"/>
          </a:p>
          <a:p>
            <a:r>
              <a:rPr lang="en-US" altLang="zh-CN"/>
              <a:t>1.</a:t>
            </a:r>
            <a:r>
              <a:rPr lang="zh-CN" altLang="en-US"/>
              <a:t>对之前的针对于</a:t>
            </a:r>
            <a:r>
              <a:rPr lang="en-US" altLang="zh-CN"/>
              <a:t>proof_info</a:t>
            </a:r>
            <a:r>
              <a:rPr lang="zh-CN" altLang="en-US"/>
              <a:t>的</a:t>
            </a:r>
            <a:r>
              <a:rPr lang="en-US" altLang="zh-CN"/>
              <a:t>10</a:t>
            </a:r>
            <a:r>
              <a:rPr lang="zh-CN" altLang="en-US"/>
              <a:t>条过滤条件进行冗余存储。采用</a:t>
            </a:r>
            <a:r>
              <a:rPr lang="zh-CN" altLang="en-US" b="1"/>
              <a:t>去重新增</a:t>
            </a:r>
            <a:r>
              <a:rPr lang="zh-CN" altLang="en-US"/>
              <a:t>的</a:t>
            </a:r>
            <a:r>
              <a:rPr lang="zh-CN" altLang="en-US"/>
              <a:t>模式。</a:t>
            </a:r>
            <a:endParaRPr lang="zh-CN" altLang="en-US"/>
          </a:p>
          <a:p>
            <a:r>
              <a:rPr lang="en-US" altLang="zh-CN"/>
              <a:t>2.</a:t>
            </a:r>
            <a:r>
              <a:rPr lang="zh-CN" altLang="en-US"/>
              <a:t>根据原有的查询</a:t>
            </a:r>
            <a:r>
              <a:rPr lang="en-US" altLang="zh-CN"/>
              <a:t>SQL</a:t>
            </a:r>
            <a:r>
              <a:rPr lang="zh-CN" altLang="en-US"/>
              <a:t>进行分析，针对部分字段进行特殊</a:t>
            </a:r>
            <a:r>
              <a:rPr lang="zh-CN" altLang="en-US"/>
              <a:t>处理。</a:t>
            </a:r>
            <a:endParaRPr lang="zh-CN" altLang="en-US"/>
          </a:p>
        </p:txBody>
      </p:sp>
      <p:pic>
        <p:nvPicPr>
          <p:cNvPr id="5" name="图片 4" descr="冗余字段对照关系"/>
          <p:cNvPicPr>
            <a:picLocks noChangeAspect="1"/>
          </p:cNvPicPr>
          <p:nvPr/>
        </p:nvPicPr>
        <p:blipFill>
          <a:blip r:embed="rId2"/>
          <a:stretch>
            <a:fillRect/>
          </a:stretch>
        </p:blipFill>
        <p:spPr>
          <a:xfrm>
            <a:off x="731520" y="1538605"/>
            <a:ext cx="11152505" cy="35286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731520" y="926465"/>
            <a:ext cx="4064000" cy="368300"/>
          </a:xfrm>
          <a:prstGeom prst="rect">
            <a:avLst/>
          </a:prstGeom>
          <a:noFill/>
        </p:spPr>
        <p:txBody>
          <a:bodyPr wrap="square" rtlCol="0">
            <a:spAutoFit/>
          </a:bodyPr>
          <a:p>
            <a:r>
              <a:rPr lang="zh-CN" altLang="en-US" b="1"/>
              <a:t>新</a:t>
            </a:r>
            <a:r>
              <a:rPr lang="en-US" altLang="zh-CN" b="1"/>
              <a:t>SQL</a:t>
            </a:r>
            <a:r>
              <a:rPr lang="zh-CN" altLang="en-US" b="1"/>
              <a:t>查询字段与结果字段</a:t>
            </a:r>
            <a:r>
              <a:rPr lang="zh-CN" altLang="en-US" b="1"/>
              <a:t>分析</a:t>
            </a:r>
            <a:endParaRPr lang="zh-CN" altLang="en-US" b="1"/>
          </a:p>
        </p:txBody>
      </p:sp>
      <p:sp>
        <p:nvSpPr>
          <p:cNvPr id="8" name="文本框 7"/>
          <p:cNvSpPr txBox="1"/>
          <p:nvPr/>
        </p:nvSpPr>
        <p:spPr>
          <a:xfrm>
            <a:off x="731520" y="5283835"/>
            <a:ext cx="9403080" cy="1149350"/>
          </a:xfrm>
          <a:prstGeom prst="rect">
            <a:avLst/>
          </a:prstGeom>
          <a:noFill/>
        </p:spPr>
        <p:txBody>
          <a:bodyPr wrap="square" rtlCol="0">
            <a:noAutofit/>
          </a:bodyPr>
          <a:p>
            <a:r>
              <a:rPr lang="zh-CN" altLang="en-US"/>
              <a:t>总结：</a:t>
            </a:r>
            <a:endParaRPr lang="zh-CN" altLang="en-US"/>
          </a:p>
          <a:p>
            <a:r>
              <a:rPr lang="en-US" altLang="zh-CN"/>
              <a:t>1.</a:t>
            </a:r>
            <a:r>
              <a:rPr lang="zh-CN" altLang="en-US"/>
              <a:t>通过字段冗余后，查询条件全量</a:t>
            </a:r>
            <a:r>
              <a:rPr lang="zh-CN" altLang="en-US"/>
              <a:t>左移。</a:t>
            </a:r>
            <a:endParaRPr lang="zh-CN" altLang="en-US"/>
          </a:p>
          <a:p>
            <a:r>
              <a:rPr lang="en-US" altLang="zh-CN"/>
              <a:t>2.</a:t>
            </a:r>
            <a:r>
              <a:rPr lang="zh-CN" altLang="en-US" b="1"/>
              <a:t>细节处理</a:t>
            </a:r>
            <a:r>
              <a:rPr lang="zh-CN" altLang="en-US"/>
              <a:t>：部分字段不能采用冗余字段的返回，应该从</a:t>
            </a:r>
            <a:r>
              <a:rPr lang="en-US" altLang="zh-CN"/>
              <a:t>proof_info</a:t>
            </a:r>
            <a:r>
              <a:rPr lang="zh-CN" altLang="en-US"/>
              <a:t>中聚合</a:t>
            </a:r>
            <a:r>
              <a:rPr lang="zh-CN" altLang="en-US"/>
              <a:t>获取。</a:t>
            </a:r>
            <a:endParaRPr lang="zh-CN" altLang="en-US"/>
          </a:p>
          <a:p>
            <a:r>
              <a:rPr lang="en-US" altLang="zh-CN"/>
              <a:t>3.</a:t>
            </a:r>
            <a:r>
              <a:rPr lang="zh-CN" altLang="en-US" b="1"/>
              <a:t>细节处理</a:t>
            </a:r>
            <a:r>
              <a:rPr lang="zh-CN" altLang="en-US"/>
              <a:t>：对于部分原查询中直接作用于</a:t>
            </a:r>
            <a:r>
              <a:rPr lang="en-US" altLang="zh-CN"/>
              <a:t>proof_info</a:t>
            </a:r>
            <a:r>
              <a:rPr lang="zh-CN" altLang="en-US"/>
              <a:t>的字段，在</a:t>
            </a:r>
            <a:r>
              <a:rPr lang="en-US" altLang="zh-CN"/>
              <a:t>proof</a:t>
            </a:r>
            <a:r>
              <a:rPr lang="zh-CN" altLang="en-US"/>
              <a:t>查询时应该再次</a:t>
            </a:r>
            <a:r>
              <a:rPr lang="zh-CN" altLang="en-US"/>
              <a:t>过滤。</a:t>
            </a:r>
            <a:endParaRPr lang="zh-CN" altLang="en-US"/>
          </a:p>
        </p:txBody>
      </p:sp>
      <p:pic>
        <p:nvPicPr>
          <p:cNvPr id="4" name="图片 3" descr="查询条件与结果对照关系"/>
          <p:cNvPicPr>
            <a:picLocks noChangeAspect="1"/>
          </p:cNvPicPr>
          <p:nvPr/>
        </p:nvPicPr>
        <p:blipFill>
          <a:blip r:embed="rId2"/>
          <a:stretch>
            <a:fillRect/>
          </a:stretch>
        </p:blipFill>
        <p:spPr>
          <a:xfrm>
            <a:off x="431800" y="1359535"/>
            <a:ext cx="11760200" cy="37941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731520" y="926465"/>
            <a:ext cx="1456690" cy="368300"/>
          </a:xfrm>
          <a:prstGeom prst="rect">
            <a:avLst/>
          </a:prstGeom>
          <a:noFill/>
        </p:spPr>
        <p:txBody>
          <a:bodyPr wrap="square" rtlCol="0">
            <a:spAutoFit/>
          </a:bodyPr>
          <a:p>
            <a:r>
              <a:rPr lang="zh-CN" altLang="en-US" b="1"/>
              <a:t>测试与</a:t>
            </a:r>
            <a:r>
              <a:rPr lang="zh-CN" altLang="en-US" b="1"/>
              <a:t>校验</a:t>
            </a:r>
            <a:endParaRPr lang="zh-CN" altLang="en-US" b="1"/>
          </a:p>
        </p:txBody>
      </p:sp>
      <p:sp>
        <p:nvSpPr>
          <p:cNvPr id="8" name="文本框 7"/>
          <p:cNvSpPr txBox="1"/>
          <p:nvPr/>
        </p:nvSpPr>
        <p:spPr>
          <a:xfrm>
            <a:off x="731520" y="1361440"/>
            <a:ext cx="5127625" cy="2067560"/>
          </a:xfrm>
          <a:prstGeom prst="rect">
            <a:avLst/>
          </a:prstGeom>
          <a:noFill/>
        </p:spPr>
        <p:txBody>
          <a:bodyPr wrap="square" rtlCol="0">
            <a:noAutofit/>
          </a:bodyPr>
          <a:p>
            <a:r>
              <a:rPr lang="zh-CN" altLang="en-US"/>
              <a:t>总结：</a:t>
            </a:r>
            <a:endParaRPr lang="zh-CN" altLang="en-US"/>
          </a:p>
          <a:p>
            <a:r>
              <a:rPr lang="en-US" altLang="zh-CN"/>
              <a:t>1. </a:t>
            </a:r>
            <a:r>
              <a:rPr lang="zh-CN" altLang="en-US"/>
              <a:t>执行测试步骤，通过端触发向数据库</a:t>
            </a:r>
            <a:r>
              <a:rPr lang="zh-CN" altLang="en-US"/>
              <a:t>逐步插入</a:t>
            </a:r>
            <a:r>
              <a:rPr lang="en-US" altLang="zh-CN"/>
              <a:t>4000</a:t>
            </a:r>
            <a:r>
              <a:rPr lang="zh-CN" altLang="en-US"/>
              <a:t>条</a:t>
            </a:r>
            <a:r>
              <a:rPr lang="zh-CN" altLang="en-US"/>
              <a:t>测试数据。</a:t>
            </a:r>
            <a:endParaRPr lang="zh-CN" altLang="en-US"/>
          </a:p>
          <a:p>
            <a:r>
              <a:rPr lang="en-US" altLang="zh-CN"/>
              <a:t>2. </a:t>
            </a:r>
            <a:r>
              <a:rPr lang="zh-CN" altLang="en-US"/>
              <a:t>通过</a:t>
            </a:r>
            <a:r>
              <a:rPr lang="en-US" altLang="zh-CN"/>
              <a:t>EXPLAIN</a:t>
            </a:r>
            <a:r>
              <a:rPr lang="zh-CN" altLang="en-US"/>
              <a:t>分析查询</a:t>
            </a:r>
            <a:r>
              <a:rPr lang="en-US" altLang="zh-CN"/>
              <a:t>SQL</a:t>
            </a:r>
            <a:r>
              <a:rPr lang="zh-CN" altLang="en-US"/>
              <a:t>，将分析结果交给</a:t>
            </a:r>
            <a:r>
              <a:rPr lang="en-US" altLang="zh-CN"/>
              <a:t>AI</a:t>
            </a:r>
            <a:r>
              <a:rPr lang="zh-CN" altLang="en-US"/>
              <a:t>进行对比分析</a:t>
            </a:r>
            <a:r>
              <a:rPr lang="zh-CN" altLang="en-US" b="1"/>
              <a:t>。</a:t>
            </a:r>
            <a:endParaRPr lang="zh-CN" altLang="en-US" b="1"/>
          </a:p>
        </p:txBody>
      </p:sp>
      <p:sp>
        <p:nvSpPr>
          <p:cNvPr id="9" name="文本框 8"/>
          <p:cNvSpPr txBox="1"/>
          <p:nvPr/>
        </p:nvSpPr>
        <p:spPr>
          <a:xfrm>
            <a:off x="731520" y="3535680"/>
            <a:ext cx="5208905" cy="2645410"/>
          </a:xfrm>
          <a:prstGeom prst="rect">
            <a:avLst/>
          </a:prstGeom>
          <a:noFill/>
        </p:spPr>
        <p:txBody>
          <a:bodyPr wrap="square" rtlCol="0">
            <a:noAutofit/>
          </a:bodyPr>
          <a:p>
            <a:r>
              <a:rPr lang="zh-CN" altLang="en-US"/>
              <a:t>结果：</a:t>
            </a:r>
            <a:endParaRPr lang="zh-CN" altLang="en-US"/>
          </a:p>
          <a:p>
            <a:r>
              <a:rPr lang="en-US" altLang="zh-CN"/>
              <a:t>1.SQL</a:t>
            </a:r>
            <a:r>
              <a:rPr lang="zh-CN" altLang="en-US"/>
              <a:t>执行效率提升</a:t>
            </a:r>
            <a:r>
              <a:rPr lang="en-US" altLang="zh-CN" b="1"/>
              <a:t>1800%</a:t>
            </a:r>
            <a:r>
              <a:rPr lang="zh-CN" altLang="en-US"/>
              <a:t>。</a:t>
            </a:r>
            <a:endParaRPr lang="zh-CN" altLang="en-US"/>
          </a:p>
          <a:p>
            <a:r>
              <a:rPr lang="en-US" altLang="zh-CN"/>
              <a:t>2.</a:t>
            </a:r>
            <a:r>
              <a:rPr lang="zh-CN" altLang="en-US"/>
              <a:t>由于查询数据量可控，去除</a:t>
            </a:r>
            <a:r>
              <a:rPr lang="en-US" altLang="zh-CN"/>
              <a:t>join</a:t>
            </a:r>
            <a:r>
              <a:rPr lang="zh-CN" altLang="en-US"/>
              <a:t>操作，磁盘占用大幅度降低，排序改为更快的内存排序。</a:t>
            </a:r>
            <a:endParaRPr lang="zh-CN" altLang="en-US"/>
          </a:p>
          <a:p>
            <a:r>
              <a:rPr lang="en-US" altLang="zh-CN"/>
              <a:t>3.</a:t>
            </a:r>
            <a:r>
              <a:rPr lang="zh-CN" altLang="en-US"/>
              <a:t>新</a:t>
            </a:r>
            <a:r>
              <a:rPr lang="en-US" altLang="zh-CN"/>
              <a:t>SQL</a:t>
            </a:r>
            <a:r>
              <a:rPr lang="zh-CN" altLang="en-US"/>
              <a:t>没有查询数量限制，彻底解决字段缺失问题，</a:t>
            </a:r>
            <a:r>
              <a:rPr lang="zh-CN" altLang="en-US" b="1"/>
              <a:t>客户无法使用问题彻底解决</a:t>
            </a:r>
            <a:r>
              <a:rPr lang="zh-CN" altLang="en-US"/>
              <a:t>。</a:t>
            </a:r>
            <a:endParaRPr lang="zh-CN" altLang="en-US"/>
          </a:p>
        </p:txBody>
      </p:sp>
      <p:pic>
        <p:nvPicPr>
          <p:cNvPr id="10" name="图片 9"/>
          <p:cNvPicPr>
            <a:picLocks noChangeAspect="1"/>
          </p:cNvPicPr>
          <p:nvPr/>
        </p:nvPicPr>
        <p:blipFill>
          <a:blip r:embed="rId2"/>
          <a:stretch>
            <a:fillRect/>
          </a:stretch>
        </p:blipFill>
        <p:spPr>
          <a:xfrm>
            <a:off x="6133465" y="641350"/>
            <a:ext cx="5806440" cy="60826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3.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查询性能</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优化</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51" name="标题 50"/>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成果</a:t>
            </a:r>
            <a:endParaRPr lang="zh-CN" altLang="en-US"/>
          </a:p>
        </p:txBody>
      </p:sp>
      <p:sp>
        <p:nvSpPr>
          <p:cNvPr id="5" name="图形 4"/>
          <p:cNvSpPr>
            <a:spLocks noChangeAspect="1"/>
          </p:cNvSpPr>
          <p:nvPr>
            <p:custDataLst>
              <p:tags r:id="rId3"/>
            </p:custDataLst>
          </p:nvPr>
        </p:nvSpPr>
        <p:spPr>
          <a:xfrm>
            <a:off x="684962" y="3015438"/>
            <a:ext cx="10810875" cy="3149600"/>
          </a:xfrm>
          <a:custGeom>
            <a:avLst/>
            <a:gdLst>
              <a:gd name="connsiteX0" fmla="*/ 0 w 17025"/>
              <a:gd name="connsiteY0" fmla="*/ 0 h 4960"/>
              <a:gd name="connsiteX1" fmla="*/ 15786 w 17025"/>
              <a:gd name="connsiteY1" fmla="*/ 0 h 4960"/>
              <a:gd name="connsiteX2" fmla="*/ 17025 w 17025"/>
              <a:gd name="connsiteY2" fmla="*/ 1239 h 4960"/>
              <a:gd name="connsiteX3" fmla="*/ 17025 w 17025"/>
              <a:gd name="connsiteY3" fmla="*/ 1239 h 4960"/>
              <a:gd name="connsiteX4" fmla="*/ 15786 w 17025"/>
              <a:gd name="connsiteY4" fmla="*/ 2479 h 4960"/>
              <a:gd name="connsiteX5" fmla="*/ 1239 w 17025"/>
              <a:gd name="connsiteY5" fmla="*/ 2479 h 4960"/>
              <a:gd name="connsiteX6" fmla="*/ 0 w 17025"/>
              <a:gd name="connsiteY6" fmla="*/ 3718 h 4960"/>
              <a:gd name="connsiteX7" fmla="*/ 0 w 17025"/>
              <a:gd name="connsiteY7" fmla="*/ 3718 h 4960"/>
              <a:gd name="connsiteX8" fmla="*/ 1239 w 17025"/>
              <a:gd name="connsiteY8" fmla="*/ 4957 h 4960"/>
              <a:gd name="connsiteX9" fmla="*/ 16907 w 17025"/>
              <a:gd name="connsiteY9" fmla="*/ 4960 h 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025" h="4960">
                <a:moveTo>
                  <a:pt x="0" y="0"/>
                </a:moveTo>
                <a:lnTo>
                  <a:pt x="15786" y="0"/>
                </a:lnTo>
                <a:cubicBezTo>
                  <a:pt x="16470" y="0"/>
                  <a:pt x="17025" y="555"/>
                  <a:pt x="17025" y="1239"/>
                </a:cubicBezTo>
                <a:lnTo>
                  <a:pt x="17025" y="1239"/>
                </a:lnTo>
                <a:cubicBezTo>
                  <a:pt x="17025" y="1924"/>
                  <a:pt x="16470" y="2479"/>
                  <a:pt x="15786" y="2479"/>
                </a:cubicBezTo>
                <a:lnTo>
                  <a:pt x="1239" y="2479"/>
                </a:lnTo>
                <a:cubicBezTo>
                  <a:pt x="555" y="2479"/>
                  <a:pt x="0" y="3034"/>
                  <a:pt x="0" y="3718"/>
                </a:cubicBezTo>
                <a:lnTo>
                  <a:pt x="0" y="3718"/>
                </a:lnTo>
                <a:cubicBezTo>
                  <a:pt x="0" y="4403"/>
                  <a:pt x="555" y="4957"/>
                  <a:pt x="1239" y="4957"/>
                </a:cubicBezTo>
                <a:lnTo>
                  <a:pt x="16907" y="4960"/>
                </a:lnTo>
              </a:path>
            </a:pathLst>
          </a:custGeom>
          <a:noFill/>
          <a:ln w="9525" cap="flat">
            <a:solidFill>
              <a:schemeClr val="accent1">
                <a:alpha val="60000"/>
              </a:schemeClr>
            </a:solidFill>
            <a:prstDash val="solid"/>
            <a:miter/>
            <a:tailEnd type="triangle" w="med" len="lg"/>
          </a:ln>
        </p:spPr>
        <p:txBody>
          <a:bodyPr rot="0" spcFirstLastPara="0" vertOverflow="overflow" horzOverflow="overflow" vert="mongolianVert" wrap="square" lIns="36195"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9" name="文本框 8"/>
          <p:cNvSpPr txBox="1"/>
          <p:nvPr>
            <p:custDataLst>
              <p:tags r:id="rId4"/>
            </p:custDataLst>
          </p:nvPr>
        </p:nvSpPr>
        <p:spPr>
          <a:xfrm>
            <a:off x="1236345" y="3013710"/>
            <a:ext cx="607060" cy="1569085"/>
          </a:xfrm>
          <a:prstGeom prst="rect">
            <a:avLst/>
          </a:prstGeom>
          <a:noFill/>
        </p:spPr>
        <p:txBody>
          <a:bodyPr wrap="none" lIns="0" tIns="0" rIns="0" bIns="71755" rtlCol="0" anchor="ctr" anchorCtr="0">
            <a:normAutofit/>
          </a:bodyPr>
          <a:lstStyle/>
          <a:p>
            <a:pPr lvl="0" algn="ctr">
              <a:lnSpc>
                <a:spcPct val="130000"/>
              </a:lnSpc>
              <a:spcAft>
                <a:spcPts val="0"/>
              </a:spcAft>
              <a:buClrTx/>
              <a:buSzTx/>
              <a:buFontTx/>
            </a:pPr>
            <a:r>
              <a:rPr lang="en-US" altLang="zh-CN" sz="3500" b="1" dirty="0">
                <a:gradFill>
                  <a:gsLst>
                    <a:gs pos="0">
                      <a:schemeClr val="accent1"/>
                    </a:gs>
                    <a:gs pos="100000">
                      <a:schemeClr val="accent1">
                        <a:alpha val="46000"/>
                      </a:schemeClr>
                    </a:gs>
                  </a:gsLst>
                  <a:lin ang="5400000" scaled="0"/>
                </a:gradFill>
                <a:latin typeface="微软雅黑" panose="020B0503020204020204" charset="-122"/>
                <a:ea typeface="微软雅黑" panose="020B0503020204020204" charset="-122"/>
                <a:sym typeface="+mn-ea"/>
              </a:rPr>
              <a:t>02</a:t>
            </a:r>
            <a:endParaRPr lang="en-US" altLang="zh-CN" sz="3500" b="1" dirty="0">
              <a:gradFill>
                <a:gsLst>
                  <a:gs pos="0">
                    <a:schemeClr val="accent1"/>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10" name="文本框 9"/>
          <p:cNvSpPr txBox="1"/>
          <p:nvPr>
            <p:custDataLst>
              <p:tags r:id="rId5"/>
            </p:custDataLst>
          </p:nvPr>
        </p:nvSpPr>
        <p:spPr>
          <a:xfrm>
            <a:off x="2153920" y="1446530"/>
            <a:ext cx="8613140" cy="1569085"/>
          </a:xfrm>
          <a:prstGeom prst="rect">
            <a:avLst/>
          </a:prstGeom>
          <a:noFill/>
        </p:spPr>
        <p:txBody>
          <a:bodyPr wrap="square" lIns="0" tIns="0" rIns="0" bIns="71755" rtlCol="0" anchor="ctr" anchorCtr="0">
            <a:noAutofit/>
          </a:bodyPr>
          <a:lstStyle/>
          <a:p>
            <a:pPr indent="0" algn="l" fontAlgn="auto">
              <a:lnSpc>
                <a:spcPct val="130000"/>
              </a:lnSpc>
              <a:spcAft>
                <a:spcPts val="0"/>
              </a:spcAft>
            </a:pPr>
            <a:r>
              <a:rPr lang="zh-CN" altLang="en-US" sz="2500" dirty="0">
                <a:solidFill>
                  <a:schemeClr val="tx1">
                    <a:lumMod val="85000"/>
                    <a:lumOff val="15000"/>
                  </a:schemeClr>
                </a:solidFill>
                <a:sym typeface="+mn-ea"/>
              </a:rPr>
              <a:t>在功能实现复杂，实现难度大，测试条件繁多的情况下，按时</a:t>
            </a:r>
            <a:r>
              <a:rPr lang="zh-CN" altLang="en-US" sz="2500" dirty="0">
                <a:solidFill>
                  <a:schemeClr val="tx1">
                    <a:lumMod val="85000"/>
                    <a:lumOff val="15000"/>
                  </a:schemeClr>
                </a:solidFill>
                <a:sym typeface="+mn-ea"/>
              </a:rPr>
              <a:t>转测。</a:t>
            </a:r>
            <a:endParaRPr lang="zh-CN" altLang="en-US" sz="2500" dirty="0">
              <a:solidFill>
                <a:schemeClr val="tx1">
                  <a:lumMod val="85000"/>
                  <a:lumOff val="15000"/>
                </a:schemeClr>
              </a:solidFill>
              <a:sym typeface="+mn-ea"/>
            </a:endParaRPr>
          </a:p>
        </p:txBody>
      </p:sp>
      <p:sp>
        <p:nvSpPr>
          <p:cNvPr id="11" name="文本框 10"/>
          <p:cNvSpPr txBox="1"/>
          <p:nvPr>
            <p:custDataLst>
              <p:tags r:id="rId6"/>
            </p:custDataLst>
          </p:nvPr>
        </p:nvSpPr>
        <p:spPr>
          <a:xfrm>
            <a:off x="1236345" y="1444625"/>
            <a:ext cx="607060" cy="1569085"/>
          </a:xfrm>
          <a:prstGeom prst="rect">
            <a:avLst/>
          </a:prstGeom>
          <a:noFill/>
        </p:spPr>
        <p:txBody>
          <a:bodyPr wrap="none" lIns="0" tIns="0" rIns="0" bIns="71755" rtlCol="0" anchor="ctr" anchorCtr="0">
            <a:normAutofit/>
          </a:bodyPr>
          <a:lstStyle/>
          <a:p>
            <a:pPr indent="0" algn="ctr" fontAlgn="auto">
              <a:lnSpc>
                <a:spcPct val="130000"/>
              </a:lnSpc>
              <a:spcAft>
                <a:spcPts val="0"/>
              </a:spcAft>
            </a:pPr>
            <a:r>
              <a:rPr lang="en-US" altLang="zh-CN" sz="3500" b="1" dirty="0">
                <a:gradFill>
                  <a:gsLst>
                    <a:gs pos="0">
                      <a:schemeClr val="accent1"/>
                    </a:gs>
                    <a:gs pos="100000">
                      <a:schemeClr val="accent1">
                        <a:alpha val="46000"/>
                      </a:schemeClr>
                    </a:gs>
                  </a:gsLst>
                  <a:lin ang="5400000" scaled="0"/>
                </a:gradFill>
                <a:latin typeface="微软雅黑" panose="020B0503020204020204" charset="-122"/>
                <a:ea typeface="微软雅黑" panose="020B0503020204020204" charset="-122"/>
                <a:sym typeface="+mn-ea"/>
              </a:rPr>
              <a:t>01</a:t>
            </a:r>
            <a:endParaRPr lang="en-US" altLang="zh-CN" sz="3500" b="1" dirty="0">
              <a:gradFill>
                <a:gsLst>
                  <a:gs pos="0">
                    <a:schemeClr val="accent1"/>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p:nvSpPr>
          <p:cNvPr id="19" name="文本框 18"/>
          <p:cNvSpPr txBox="1"/>
          <p:nvPr>
            <p:custDataLst>
              <p:tags r:id="rId7"/>
            </p:custDataLst>
          </p:nvPr>
        </p:nvSpPr>
        <p:spPr>
          <a:xfrm>
            <a:off x="1236345" y="4582795"/>
            <a:ext cx="607060" cy="1569085"/>
          </a:xfrm>
          <a:prstGeom prst="rect">
            <a:avLst/>
          </a:prstGeom>
          <a:noFill/>
        </p:spPr>
        <p:txBody>
          <a:bodyPr wrap="none" lIns="0" tIns="0" rIns="0" bIns="71755" rtlCol="0" anchor="ctr" anchorCtr="0">
            <a:normAutofit/>
          </a:bodyPr>
          <a:lstStyle/>
          <a:p>
            <a:pPr lvl="0" algn="ctr">
              <a:lnSpc>
                <a:spcPct val="130000"/>
              </a:lnSpc>
              <a:spcAft>
                <a:spcPts val="0"/>
              </a:spcAft>
              <a:buClrTx/>
              <a:buSzTx/>
              <a:buFontTx/>
            </a:pPr>
            <a:r>
              <a:rPr lang="en-US" altLang="zh-CN" sz="3500" b="1" dirty="0">
                <a:gradFill>
                  <a:gsLst>
                    <a:gs pos="0">
                      <a:schemeClr val="accent1"/>
                    </a:gs>
                    <a:gs pos="100000">
                      <a:schemeClr val="accent1">
                        <a:alpha val="46000"/>
                      </a:schemeClr>
                    </a:gs>
                  </a:gsLst>
                  <a:lin ang="5400000" scaled="0"/>
                </a:gradFill>
                <a:latin typeface="微软雅黑" panose="020B0503020204020204" charset="-122"/>
                <a:ea typeface="微软雅黑" panose="020B0503020204020204" charset="-122"/>
                <a:sym typeface="+mn-ea"/>
              </a:rPr>
              <a:t>03</a:t>
            </a:r>
            <a:endParaRPr lang="en-US" altLang="zh-CN" sz="3500" b="1" dirty="0">
              <a:gradFill>
                <a:gsLst>
                  <a:gs pos="0">
                    <a:schemeClr val="accent1"/>
                  </a:gs>
                  <a:gs pos="100000">
                    <a:schemeClr val="accent1">
                      <a:alpha val="46000"/>
                    </a:schemeClr>
                  </a:gs>
                </a:gsLst>
                <a:lin ang="5400000" scaled="0"/>
              </a:gradFill>
              <a:latin typeface="微软雅黑" panose="020B0503020204020204" charset="-122"/>
              <a:ea typeface="微软雅黑" panose="020B0503020204020204" charset="-122"/>
              <a:sym typeface="+mn-ea"/>
            </a:endParaRPr>
          </a:p>
        </p:txBody>
      </p:sp>
      <p:sp useBgFill="1">
        <p:nvSpPr>
          <p:cNvPr id="20" name="椭圆 19"/>
          <p:cNvSpPr>
            <a:spLocks noChangeAspect="1"/>
          </p:cNvSpPr>
          <p:nvPr>
            <p:custDataLst>
              <p:tags r:id="rId8"/>
            </p:custDataLst>
          </p:nvPr>
        </p:nvSpPr>
        <p:spPr>
          <a:xfrm>
            <a:off x="1397635" y="2903855"/>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32" name="椭圆 31"/>
          <p:cNvSpPr>
            <a:spLocks noChangeAspect="1"/>
          </p:cNvSpPr>
          <p:nvPr>
            <p:custDataLst>
              <p:tags r:id="rId9"/>
            </p:custDataLst>
          </p:nvPr>
        </p:nvSpPr>
        <p:spPr>
          <a:xfrm>
            <a:off x="1451610" y="2957830"/>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 useBgFill="1">
        <p:nvSpPr>
          <p:cNvPr id="39" name="椭圆 38"/>
          <p:cNvSpPr>
            <a:spLocks noChangeAspect="1"/>
          </p:cNvSpPr>
          <p:nvPr>
            <p:custDataLst>
              <p:tags r:id="rId10"/>
            </p:custDataLst>
          </p:nvPr>
        </p:nvSpPr>
        <p:spPr>
          <a:xfrm>
            <a:off x="1397635" y="4473575"/>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40" name="椭圆 39"/>
          <p:cNvSpPr>
            <a:spLocks noChangeAspect="1"/>
          </p:cNvSpPr>
          <p:nvPr>
            <p:custDataLst>
              <p:tags r:id="rId11"/>
            </p:custDataLst>
          </p:nvPr>
        </p:nvSpPr>
        <p:spPr>
          <a:xfrm>
            <a:off x="1451610" y="4527550"/>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 useBgFill="1">
        <p:nvSpPr>
          <p:cNvPr id="45" name="椭圆 44"/>
          <p:cNvSpPr>
            <a:spLocks noChangeAspect="1"/>
          </p:cNvSpPr>
          <p:nvPr>
            <p:custDataLst>
              <p:tags r:id="rId12"/>
            </p:custDataLst>
          </p:nvPr>
        </p:nvSpPr>
        <p:spPr>
          <a:xfrm>
            <a:off x="1397635" y="6043295"/>
            <a:ext cx="215900" cy="215900"/>
          </a:xfrm>
          <a:prstGeom prst="ellipse">
            <a:avLst/>
          </a:prstGeom>
          <a:ln w="63500" cap="flat">
            <a:noFill/>
            <a:prstDash val="solid"/>
            <a:miter/>
            <a:tailEnd type="none" w="med" len="lg"/>
          </a:ln>
        </p:spPr>
        <p:txBody>
          <a:bodyPr rtlCol="0" anchor="ctr"/>
          <a:lstStyle/>
          <a:p>
            <a:pPr algn="ctr"/>
            <a:endParaRPr lang="zh-CN" altLang="en-US"/>
          </a:p>
        </p:txBody>
      </p:sp>
      <p:sp>
        <p:nvSpPr>
          <p:cNvPr id="46" name="椭圆 45"/>
          <p:cNvSpPr>
            <a:spLocks noChangeAspect="1"/>
          </p:cNvSpPr>
          <p:nvPr>
            <p:custDataLst>
              <p:tags r:id="rId13"/>
            </p:custDataLst>
          </p:nvPr>
        </p:nvSpPr>
        <p:spPr>
          <a:xfrm>
            <a:off x="1451610" y="6097270"/>
            <a:ext cx="107950" cy="107950"/>
          </a:xfrm>
          <a:prstGeom prst="ellipse">
            <a:avLst/>
          </a:prstGeom>
          <a:gradFill>
            <a:gsLst>
              <a:gs pos="0">
                <a:schemeClr val="accent1">
                  <a:alpha val="30000"/>
                </a:schemeClr>
              </a:gs>
              <a:gs pos="100000">
                <a:schemeClr val="accent1">
                  <a:alpha val="70000"/>
                </a:schemeClr>
              </a:gs>
            </a:gsLst>
            <a:lin ang="5400000" scaled="0"/>
          </a:gradFill>
          <a:ln w="63500" cap="flat">
            <a:noFill/>
            <a:prstDash val="solid"/>
            <a:miter/>
            <a:tailEnd type="none" w="med" len="lg"/>
          </a:ln>
        </p:spPr>
        <p:txBody>
          <a:bodyPr rtlCol="0" anchor="ctr"/>
          <a:lstStyle/>
          <a:p>
            <a:pPr algn="ctr"/>
            <a:endParaRPr lang="zh-CN" altLang="en-US"/>
          </a:p>
        </p:txBody>
      </p:sp>
      <p:sp>
        <p:nvSpPr>
          <p:cNvPr id="7" name="文本框 6"/>
          <p:cNvSpPr txBox="1"/>
          <p:nvPr>
            <p:custDataLst>
              <p:tags r:id="rId14"/>
            </p:custDataLst>
          </p:nvPr>
        </p:nvSpPr>
        <p:spPr>
          <a:xfrm>
            <a:off x="2153920" y="3013710"/>
            <a:ext cx="8613140" cy="1569085"/>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500" dirty="0">
                <a:solidFill>
                  <a:schemeClr val="tx1">
                    <a:lumMod val="85000"/>
                    <a:lumOff val="15000"/>
                  </a:schemeClr>
                </a:solidFill>
                <a:sym typeface="+mn-ea"/>
              </a:rPr>
              <a:t>彻底解决该</a:t>
            </a:r>
            <a:r>
              <a:rPr lang="en-US" altLang="zh-CN" sz="2500" dirty="0">
                <a:solidFill>
                  <a:schemeClr val="tx1">
                    <a:lumMod val="85000"/>
                    <a:lumOff val="15000"/>
                  </a:schemeClr>
                </a:solidFill>
                <a:sym typeface="+mn-ea"/>
              </a:rPr>
              <a:t>SQL</a:t>
            </a:r>
            <a:r>
              <a:rPr lang="zh-CN" altLang="en-US" sz="2500" dirty="0">
                <a:solidFill>
                  <a:schemeClr val="tx1">
                    <a:lumMod val="85000"/>
                    <a:lumOff val="15000"/>
                  </a:schemeClr>
                </a:solidFill>
                <a:sym typeface="+mn-ea"/>
              </a:rPr>
              <a:t>的查询性能问题，通过构造</a:t>
            </a:r>
            <a:r>
              <a:rPr lang="en-US" altLang="zh-CN" sz="2500" dirty="0">
                <a:solidFill>
                  <a:schemeClr val="tx1">
                    <a:lumMod val="85000"/>
                    <a:lumOff val="15000"/>
                  </a:schemeClr>
                </a:solidFill>
                <a:sym typeface="+mn-ea"/>
              </a:rPr>
              <a:t>4000</a:t>
            </a:r>
            <a:r>
              <a:rPr lang="zh-CN" altLang="en-US" sz="2500" dirty="0">
                <a:solidFill>
                  <a:schemeClr val="tx1">
                    <a:lumMod val="85000"/>
                    <a:lumOff val="15000"/>
                  </a:schemeClr>
                </a:solidFill>
                <a:sym typeface="+mn-ea"/>
              </a:rPr>
              <a:t>条数据，查询性能提升</a:t>
            </a:r>
            <a:r>
              <a:rPr lang="en-US" altLang="zh-CN" sz="2500" dirty="0">
                <a:solidFill>
                  <a:schemeClr val="tx1">
                    <a:lumMod val="85000"/>
                    <a:lumOff val="15000"/>
                  </a:schemeClr>
                </a:solidFill>
                <a:sym typeface="+mn-ea"/>
              </a:rPr>
              <a:t>1800%</a:t>
            </a:r>
            <a:r>
              <a:rPr lang="zh-CN" altLang="en-US" sz="2500" dirty="0">
                <a:solidFill>
                  <a:schemeClr val="tx1">
                    <a:lumMod val="85000"/>
                    <a:lumOff val="15000"/>
                  </a:schemeClr>
                </a:solidFill>
                <a:sym typeface="+mn-ea"/>
              </a:rPr>
              <a:t>，极大降低磁盘占用。</a:t>
            </a:r>
            <a:endParaRPr lang="zh-CN" altLang="en-US" sz="2500" dirty="0">
              <a:solidFill>
                <a:schemeClr val="tx1">
                  <a:lumMod val="85000"/>
                  <a:lumOff val="15000"/>
                </a:schemeClr>
              </a:solidFill>
              <a:sym typeface="+mn-ea"/>
            </a:endParaRPr>
          </a:p>
        </p:txBody>
      </p:sp>
      <p:sp>
        <p:nvSpPr>
          <p:cNvPr id="8" name="文本框 7"/>
          <p:cNvSpPr txBox="1"/>
          <p:nvPr>
            <p:custDataLst>
              <p:tags r:id="rId15"/>
            </p:custDataLst>
          </p:nvPr>
        </p:nvSpPr>
        <p:spPr>
          <a:xfrm>
            <a:off x="2153920" y="4596130"/>
            <a:ext cx="8613140" cy="1569085"/>
          </a:xfrm>
          <a:prstGeom prst="rect">
            <a:avLst/>
          </a:prstGeom>
          <a:noFill/>
        </p:spPr>
        <p:txBody>
          <a:bodyPr wrap="square" lIns="0" tIns="0" rIns="0" bIns="71755" rtlCol="0" anchor="ctr" anchorCtr="0">
            <a:noAutofit/>
          </a:bodyPr>
          <a:lstStyle/>
          <a:p>
            <a:pPr lvl="0" algn="l">
              <a:lnSpc>
                <a:spcPct val="130000"/>
              </a:lnSpc>
              <a:spcAft>
                <a:spcPts val="0"/>
              </a:spcAft>
              <a:buClrTx/>
              <a:buSzTx/>
              <a:buFontTx/>
            </a:pPr>
            <a:r>
              <a:rPr lang="zh-CN" altLang="en-US" sz="2500" dirty="0">
                <a:solidFill>
                  <a:schemeClr val="tx1">
                    <a:lumMod val="85000"/>
                    <a:lumOff val="15000"/>
                  </a:schemeClr>
                </a:solidFill>
                <a:sym typeface="+mn-ea"/>
              </a:rPr>
              <a:t>彻底解决查询性能</a:t>
            </a:r>
            <a:r>
              <a:rPr lang="zh-CN" altLang="en-US" sz="2500" dirty="0">
                <a:solidFill>
                  <a:schemeClr val="tx1">
                    <a:lumMod val="85000"/>
                    <a:lumOff val="15000"/>
                  </a:schemeClr>
                </a:solidFill>
                <a:sym typeface="+mn-ea"/>
              </a:rPr>
              <a:t>问题，解决字段显示问题。</a:t>
            </a:r>
            <a:endParaRPr lang="zh-CN" altLang="en-US" sz="2500" dirty="0">
              <a:solidFill>
                <a:schemeClr val="tx1">
                  <a:lumMod val="85000"/>
                  <a:lumOff val="15000"/>
                </a:schemeClr>
              </a:solidFill>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3249295" y="2249805"/>
            <a:ext cx="6800850" cy="1981200"/>
          </a:xfrm>
        </p:spPr>
        <p:txBody>
          <a:bodyPr>
            <a:normAutofit/>
          </a:bodyPr>
          <a:p>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二、</a:t>
            </a:r>
            <a:r>
              <a:rPr lang="en-US" altLang="zh-CN" sz="3600" b="1" dirty="0">
                <a:solidFill>
                  <a:srgbClr val="184199"/>
                </a:solidFill>
                <a:latin typeface="微软雅黑" panose="020B0503020204020204" charset="-122"/>
                <a:ea typeface="微软雅黑" panose="020B0503020204020204" charset="-122"/>
                <a:cs typeface="微软雅黑" panose="020B0503020204020204" charset="-122"/>
                <a:sym typeface="+mn-ea"/>
              </a:rPr>
              <a:t>AI</a:t>
            </a:r>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融入到工作</a:t>
            </a:r>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中</a:t>
            </a:r>
            <a:endPar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AI</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融入到工作中</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608965" y="997585"/>
            <a:ext cx="10917555" cy="4505325"/>
          </a:xfrm>
          <a:prstGeom prst="rect">
            <a:avLst/>
          </a:prstGeom>
          <a:noFill/>
        </p:spPr>
        <p:txBody>
          <a:bodyPr wrap="square" rtlCol="0">
            <a:noAutofit/>
          </a:bodyPr>
          <a:p>
            <a:r>
              <a:rPr lang="en-US" altLang="zh-CN" sz="2400"/>
              <a:t>1.AI</a:t>
            </a:r>
            <a:r>
              <a:rPr lang="zh-CN" altLang="en-US" sz="2400"/>
              <a:t>尝试</a:t>
            </a:r>
            <a:endParaRPr lang="zh-CN" altLang="en-US" sz="2400"/>
          </a:p>
          <a:p>
            <a:endParaRPr lang="zh-CN" altLang="en-US"/>
          </a:p>
          <a:p>
            <a:r>
              <a:rPr lang="zh-CN" altLang="en-US" sz="2000"/>
              <a:t>①</a:t>
            </a:r>
            <a:r>
              <a:rPr lang="en-US" altLang="zh-CN" sz="2000"/>
              <a:t>0730</a:t>
            </a:r>
            <a:r>
              <a:rPr lang="zh-CN" altLang="en-US" sz="2000"/>
              <a:t>迭代，</a:t>
            </a:r>
            <a:r>
              <a:rPr lang="en-US" altLang="zh-CN" sz="2000"/>
              <a:t>mockserver</a:t>
            </a:r>
            <a:r>
              <a:rPr lang="zh-CN" altLang="en-US" sz="2000"/>
              <a:t>研发，第三方</a:t>
            </a:r>
            <a:r>
              <a:rPr lang="en-US" altLang="zh-CN" sz="2000"/>
              <a:t>OA</a:t>
            </a:r>
            <a:r>
              <a:rPr lang="zh-CN" altLang="en-US" sz="2000"/>
              <a:t>平台</a:t>
            </a:r>
            <a:r>
              <a:rPr lang="en-US" altLang="zh-CN" sz="2000"/>
              <a:t>API</a:t>
            </a:r>
            <a:r>
              <a:rPr lang="zh-CN" altLang="en-US" sz="2000"/>
              <a:t>繁多，</a:t>
            </a:r>
            <a:r>
              <a:rPr lang="en-US" altLang="zh-CN" sz="2000"/>
              <a:t>Idaas</a:t>
            </a:r>
            <a:r>
              <a:rPr lang="zh-CN" altLang="en-US" sz="2000"/>
              <a:t>对接的部分组织架构结构较旧，官方文档寻找困难，通过</a:t>
            </a:r>
            <a:r>
              <a:rPr lang="en-US" altLang="zh-CN" sz="2000"/>
              <a:t>ai</a:t>
            </a:r>
            <a:r>
              <a:rPr lang="zh-CN" altLang="en-US" sz="2000"/>
              <a:t>辅助查找，快速对接，完成基本的编码任务，显著提升开发效率。</a:t>
            </a:r>
            <a:endParaRPr lang="zh-CN" altLang="en-US" sz="2000"/>
          </a:p>
          <a:p>
            <a:endParaRPr lang="zh-CN" altLang="en-US" sz="2000"/>
          </a:p>
          <a:p>
            <a:endParaRPr lang="zh-CN" altLang="en-US" sz="2000"/>
          </a:p>
          <a:p>
            <a:r>
              <a:rPr lang="zh-CN" altLang="en-US" sz="2000"/>
              <a:t>②</a:t>
            </a:r>
            <a:r>
              <a:rPr lang="en-US" altLang="zh-CN" sz="2000"/>
              <a:t>1030</a:t>
            </a:r>
            <a:r>
              <a:rPr lang="zh-CN" altLang="en-US" sz="2000"/>
              <a:t>迭代，在数据地图迭代研发中，使用</a:t>
            </a:r>
            <a:r>
              <a:rPr lang="en-US" altLang="zh-CN" sz="2000"/>
              <a:t>AI</a:t>
            </a:r>
            <a:r>
              <a:rPr lang="zh-CN" altLang="en-US" sz="2000"/>
              <a:t>生成</a:t>
            </a:r>
            <a:r>
              <a:rPr lang="en-US" altLang="zh-CN" sz="2000"/>
              <a:t>99%</a:t>
            </a:r>
            <a:r>
              <a:rPr lang="zh-CN" altLang="en-US" sz="2000"/>
              <a:t>代码，在时间紧任务重的情况下按时完成开发任务，顺利转测，提效</a:t>
            </a:r>
            <a:r>
              <a:rPr lang="en-US" altLang="zh-CN" sz="2000"/>
              <a:t>80%</a:t>
            </a:r>
            <a:r>
              <a:rPr lang="zh-CN" altLang="en-US" sz="2000"/>
              <a:t>。</a:t>
            </a:r>
            <a:endParaRPr lang="zh-CN" altLang="en-US" sz="2000"/>
          </a:p>
          <a:p>
            <a:endParaRPr lang="zh-CN" altLang="en-US" sz="2000"/>
          </a:p>
          <a:p>
            <a:endParaRPr lang="zh-CN" altLang="en-US" sz="2000"/>
          </a:p>
          <a:p>
            <a:r>
              <a:rPr lang="zh-CN" altLang="en-US" sz="2000"/>
              <a:t>③</a:t>
            </a:r>
            <a:r>
              <a:rPr lang="en-US" altLang="zh-CN" sz="2000"/>
              <a:t>SQL</a:t>
            </a:r>
            <a:r>
              <a:rPr lang="zh-CN" altLang="en-US" sz="2000"/>
              <a:t>优化，通过</a:t>
            </a:r>
            <a:r>
              <a:rPr lang="en-US" altLang="zh-CN" sz="2000"/>
              <a:t>AI</a:t>
            </a:r>
            <a:r>
              <a:rPr lang="zh-CN" altLang="en-US" sz="2000"/>
              <a:t>辅助分析复杂的</a:t>
            </a:r>
            <a:r>
              <a:rPr lang="en-US" altLang="zh-CN" sz="2000"/>
              <a:t>SQL</a:t>
            </a:r>
            <a:r>
              <a:rPr lang="zh-CN" altLang="en-US" sz="2000"/>
              <a:t>逻辑，辅助理解上下文，为</a:t>
            </a:r>
            <a:r>
              <a:rPr lang="en-US" altLang="zh-CN" sz="2000"/>
              <a:t>AI</a:t>
            </a:r>
            <a:r>
              <a:rPr lang="zh-CN" altLang="en-US" sz="2000"/>
              <a:t>提供修改思路与简略方案，高效使用</a:t>
            </a:r>
            <a:r>
              <a:rPr lang="en-US" altLang="zh-CN" sz="2000"/>
              <a:t>AI</a:t>
            </a:r>
            <a:r>
              <a:rPr lang="zh-CN" altLang="en-US" sz="2000"/>
              <a:t>完成开发任务，显著提高开发效率。</a:t>
            </a:r>
            <a:endParaRPr lang="zh-CN" alt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AI</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融入到工作中</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608965" y="2013585"/>
            <a:ext cx="10917555" cy="4505325"/>
          </a:xfrm>
          <a:prstGeom prst="rect">
            <a:avLst/>
          </a:prstGeom>
          <a:noFill/>
        </p:spPr>
        <p:txBody>
          <a:bodyPr wrap="square" rtlCol="0">
            <a:noAutofit/>
          </a:bodyPr>
          <a:p>
            <a:r>
              <a:rPr lang="en-US" altLang="zh-CN" sz="2400"/>
              <a:t>2.AI</a:t>
            </a:r>
            <a:r>
              <a:rPr lang="zh-CN" altLang="en-US" sz="2400"/>
              <a:t>经验分享</a:t>
            </a:r>
            <a:endParaRPr lang="zh-CN" altLang="en-US" sz="2400"/>
          </a:p>
          <a:p>
            <a:endParaRPr lang="zh-CN" altLang="en-US"/>
          </a:p>
          <a:p>
            <a:endParaRPr lang="zh-CN" altLang="en-US"/>
          </a:p>
          <a:p>
            <a:r>
              <a:rPr lang="zh-CN" altLang="en-US" sz="2000"/>
              <a:t>①</a:t>
            </a:r>
            <a:r>
              <a:rPr lang="en-US" altLang="zh-CN" sz="2000"/>
              <a:t> </a:t>
            </a:r>
            <a:r>
              <a:rPr lang="zh-CN" altLang="en-US" sz="2000"/>
              <a:t>描述需求，通过</a:t>
            </a:r>
            <a:r>
              <a:rPr lang="en-US" altLang="zh-CN" sz="2000"/>
              <a:t>AI</a:t>
            </a:r>
            <a:r>
              <a:rPr lang="zh-CN" altLang="en-US" sz="2000"/>
              <a:t>协助，快速理解现有架构，解决方案，使用者必须对解决方案完全理解并认同。（最重要，确保</a:t>
            </a:r>
            <a:r>
              <a:rPr lang="en-US" altLang="zh-CN" sz="2000"/>
              <a:t>AI</a:t>
            </a:r>
            <a:r>
              <a:rPr lang="zh-CN" altLang="en-US" sz="2000"/>
              <a:t>实现效果的基石）</a:t>
            </a:r>
            <a:endParaRPr lang="zh-CN" altLang="en-US" sz="2000"/>
          </a:p>
          <a:p>
            <a:endParaRPr lang="zh-CN" altLang="en-US" sz="2000"/>
          </a:p>
          <a:p>
            <a:r>
              <a:rPr lang="zh-CN" altLang="en-US" sz="2000"/>
              <a:t>②</a:t>
            </a:r>
            <a:r>
              <a:rPr lang="en-US" altLang="zh-CN" sz="2000"/>
              <a:t> AI</a:t>
            </a:r>
            <a:r>
              <a:rPr lang="zh-CN" altLang="en-US" sz="2000"/>
              <a:t>通过解决方案规划实现（可以使用</a:t>
            </a:r>
            <a:r>
              <a:rPr lang="en-US" altLang="zh-CN" sz="2000"/>
              <a:t>openspec</a:t>
            </a:r>
            <a:r>
              <a:rPr lang="zh-CN" altLang="en-US" sz="2000"/>
              <a:t>或切换为Plan Mode模式）（重要）</a:t>
            </a:r>
            <a:endParaRPr lang="zh-CN" altLang="en-US" sz="2000"/>
          </a:p>
          <a:p>
            <a:endParaRPr lang="zh-CN" altLang="en-US" sz="2000"/>
          </a:p>
          <a:p>
            <a:r>
              <a:rPr lang="zh-CN" altLang="en-US" sz="2000"/>
              <a:t>③</a:t>
            </a:r>
            <a:r>
              <a:rPr lang="en-US" altLang="zh-CN" sz="2000"/>
              <a:t> AI</a:t>
            </a:r>
            <a:r>
              <a:rPr lang="zh-CN" altLang="en-US" sz="2000"/>
              <a:t>进行具体实现（对于</a:t>
            </a:r>
            <a:r>
              <a:rPr lang="en-US" altLang="zh-CN" sz="2000"/>
              <a:t>AI</a:t>
            </a:r>
            <a:r>
              <a:rPr lang="zh-CN" altLang="en-US" sz="2000"/>
              <a:t>，实现阶段相对简单，设计阶段更为重要）</a:t>
            </a:r>
            <a:endParaRPr lang="zh-CN" altLang="en-US" sz="2000"/>
          </a:p>
          <a:p>
            <a:endParaRPr lang="zh-CN" altLang="en-US" sz="2000"/>
          </a:p>
          <a:p>
            <a:r>
              <a:rPr lang="zh-CN" altLang="en-US" sz="2000"/>
              <a:t>④</a:t>
            </a:r>
            <a:r>
              <a:rPr lang="en-US" altLang="zh-CN" sz="2000"/>
              <a:t> </a:t>
            </a:r>
            <a:r>
              <a:rPr lang="zh-CN" altLang="en-US" sz="2000"/>
              <a:t>验证（可以要求</a:t>
            </a:r>
            <a:r>
              <a:rPr lang="en-US" altLang="zh-CN" sz="2000"/>
              <a:t>AI</a:t>
            </a:r>
            <a:r>
              <a:rPr lang="zh-CN" altLang="en-US" sz="2000"/>
              <a:t>进入</a:t>
            </a:r>
            <a:r>
              <a:rPr lang="en-US" altLang="zh-CN" sz="2000"/>
              <a:t>okteto</a:t>
            </a:r>
            <a:r>
              <a:rPr lang="zh-CN" altLang="en-US" sz="2000"/>
              <a:t>启动项目，确保无低级的编译错误）</a:t>
            </a:r>
            <a:endParaRPr lang="zh-CN" altLang="en-US" sz="2000"/>
          </a:p>
          <a:p>
            <a:endParaRPr lang="zh-CN" altLang="en-US"/>
          </a:p>
          <a:p>
            <a:endParaRPr lang="zh-CN" altLang="en-US"/>
          </a:p>
        </p:txBody>
      </p:sp>
      <p:sp>
        <p:nvSpPr>
          <p:cNvPr id="4" name="文本框 3"/>
          <p:cNvSpPr txBox="1"/>
          <p:nvPr/>
        </p:nvSpPr>
        <p:spPr>
          <a:xfrm>
            <a:off x="2890520" y="991870"/>
            <a:ext cx="6353810" cy="671195"/>
          </a:xfrm>
          <a:prstGeom prst="rect">
            <a:avLst/>
          </a:prstGeom>
          <a:noFill/>
        </p:spPr>
        <p:txBody>
          <a:bodyPr wrap="square" rtlCol="0">
            <a:noAutofit/>
          </a:bodyPr>
          <a:p>
            <a:r>
              <a:rPr lang="zh-CN" altLang="en-US" sz="2000" b="1"/>
              <a:t>将</a:t>
            </a:r>
            <a:r>
              <a:rPr lang="en-US" altLang="zh-CN" sz="2000" b="1"/>
              <a:t>AI</a:t>
            </a:r>
            <a:r>
              <a:rPr lang="zh-CN" altLang="en-US" sz="2000" b="1"/>
              <a:t>作为辅助开发工具，而不是独立的程序员</a:t>
            </a:r>
            <a:endParaRPr lang="zh-CN" altLang="en-US" sz="20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3249295" y="2249805"/>
            <a:ext cx="6800850" cy="1981200"/>
          </a:xfrm>
        </p:spPr>
        <p:txBody>
          <a:bodyPr>
            <a:normAutofit/>
          </a:bodyPr>
          <a:p>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三、我的成长经验分享 </a:t>
            </a:r>
            <a:b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br>
            <a:endParaRPr lang="zh-CN" altLang="en-US" sz="1780"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143510" y="71120"/>
            <a:ext cx="4529455" cy="569595"/>
          </a:xfrm>
        </p:spPr>
        <p:txBody>
          <a:bodyPr>
            <a:normAutofit/>
          </a:bodyPr>
          <a:p>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 </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成长经验分享 </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770890" y="1005205"/>
            <a:ext cx="9969500" cy="2160270"/>
          </a:xfrm>
          <a:prstGeom prst="rect">
            <a:avLst/>
          </a:prstGeom>
          <a:noFill/>
        </p:spPr>
        <p:txBody>
          <a:bodyPr wrap="square" rtlCol="0">
            <a:noAutofit/>
          </a:bodyPr>
          <a:p>
            <a:r>
              <a:rPr lang="zh-CN" altLang="en-US" sz="2400" b="1"/>
              <a:t>经验分享</a:t>
            </a:r>
            <a:endParaRPr lang="en-US" altLang="zh-CN" sz="2400" b="1"/>
          </a:p>
          <a:p>
            <a:endParaRPr lang="en-US" altLang="zh-CN"/>
          </a:p>
          <a:p>
            <a:r>
              <a:rPr lang="en-US" altLang="zh-CN" sz="2000"/>
              <a:t>1.</a:t>
            </a:r>
            <a:r>
              <a:rPr lang="zh-CN" altLang="en-US" sz="2000"/>
              <a:t>及时与</a:t>
            </a:r>
            <a:r>
              <a:rPr lang="en-US" altLang="zh-CN" sz="2000"/>
              <a:t>TL</a:t>
            </a:r>
            <a:r>
              <a:rPr lang="zh-CN" altLang="en-US" sz="2000"/>
              <a:t>同步进展与困难，及时暴露</a:t>
            </a:r>
            <a:r>
              <a:rPr lang="zh-CN" altLang="en-US" sz="2000"/>
              <a:t>风险</a:t>
            </a:r>
            <a:endParaRPr lang="zh-CN" altLang="en-US" sz="2000"/>
          </a:p>
          <a:p>
            <a:endParaRPr lang="zh-CN" altLang="en-US" sz="2000"/>
          </a:p>
          <a:p>
            <a:r>
              <a:rPr lang="en-US" altLang="zh-CN" sz="2000"/>
              <a:t>2.</a:t>
            </a:r>
            <a:r>
              <a:rPr lang="zh-CN" altLang="en-US" sz="2000"/>
              <a:t>改动环境时需要及时进行知会，避免对他人造成阻塞，能灰度的服务尽量灰度。</a:t>
            </a:r>
            <a:endParaRPr lang="zh-CN" altLang="en-US" sz="2000"/>
          </a:p>
          <a:p>
            <a:endParaRPr lang="zh-CN" altLang="en-US" sz="2000"/>
          </a:p>
          <a:p>
            <a:r>
              <a:rPr lang="en-US" altLang="zh-CN" sz="2000"/>
              <a:t>3.</a:t>
            </a:r>
            <a:r>
              <a:rPr lang="zh-CN" altLang="en-US" sz="2000"/>
              <a:t>多使用</a:t>
            </a:r>
            <a:r>
              <a:rPr lang="en-US" altLang="zh-CN" sz="2000"/>
              <a:t>AI</a:t>
            </a:r>
            <a:r>
              <a:rPr lang="zh-CN" altLang="en-US" sz="2000"/>
              <a:t>探索</a:t>
            </a:r>
            <a:r>
              <a:rPr lang="en-US" altLang="zh-CN" sz="2000"/>
              <a:t>AI</a:t>
            </a:r>
            <a:r>
              <a:rPr lang="zh-CN" altLang="en-US" sz="2000"/>
              <a:t>，在提供足够好的</a:t>
            </a:r>
            <a:r>
              <a:rPr lang="en-US" altLang="zh-CN" sz="2000"/>
              <a:t>prompt</a:t>
            </a:r>
            <a:r>
              <a:rPr lang="zh-CN" altLang="en-US" sz="2000"/>
              <a:t>的情况下，</a:t>
            </a:r>
            <a:r>
              <a:rPr lang="en-US" altLang="zh-CN" sz="2000"/>
              <a:t>AI</a:t>
            </a:r>
            <a:r>
              <a:rPr lang="zh-CN" altLang="en-US" sz="2000"/>
              <a:t>能解决任何事情。</a:t>
            </a:r>
            <a:endParaRPr lang="zh-CN" altLang="en-US" sz="2000"/>
          </a:p>
          <a:p>
            <a:endParaRPr lang="zh-CN" altLang="en-US" sz="2000"/>
          </a:p>
        </p:txBody>
      </p:sp>
      <p:sp>
        <p:nvSpPr>
          <p:cNvPr id="4" name="文本框 3"/>
          <p:cNvSpPr txBox="1"/>
          <p:nvPr/>
        </p:nvSpPr>
        <p:spPr>
          <a:xfrm>
            <a:off x="770890" y="3721100"/>
            <a:ext cx="8964295" cy="2492375"/>
          </a:xfrm>
          <a:prstGeom prst="rect">
            <a:avLst/>
          </a:prstGeom>
          <a:noFill/>
        </p:spPr>
        <p:txBody>
          <a:bodyPr wrap="square" rtlCol="0">
            <a:noAutofit/>
          </a:bodyPr>
          <a:p>
            <a:r>
              <a:rPr lang="zh-CN" altLang="en-US" sz="2400" b="1"/>
              <a:t>待改进点：</a:t>
            </a:r>
            <a:endParaRPr lang="zh-CN" altLang="en-US" sz="2400" b="1"/>
          </a:p>
          <a:p>
            <a:endParaRPr lang="zh-CN" altLang="en-US"/>
          </a:p>
          <a:p>
            <a:r>
              <a:rPr lang="en-US" altLang="zh-CN" sz="2000"/>
              <a:t>1.</a:t>
            </a:r>
            <a:r>
              <a:rPr lang="zh-CN" altLang="en-US" sz="2000"/>
              <a:t>技术栈不够全面，还需要不断学习，对</a:t>
            </a:r>
            <a:r>
              <a:rPr lang="en-US" altLang="zh-CN" sz="2000"/>
              <a:t>k8s</a:t>
            </a:r>
            <a:r>
              <a:rPr lang="zh-CN" altLang="en-US" sz="2000"/>
              <a:t>的使用还需要进一步加强。</a:t>
            </a:r>
            <a:endParaRPr lang="zh-CN" altLang="en-US" sz="2000"/>
          </a:p>
          <a:p>
            <a:endParaRPr lang="zh-CN" altLang="en-US" sz="2000"/>
          </a:p>
          <a:p>
            <a:r>
              <a:rPr lang="en-US" altLang="zh-CN" sz="2000"/>
              <a:t>2.</a:t>
            </a:r>
            <a:r>
              <a:rPr lang="zh-CN" altLang="en-US" sz="2000"/>
              <a:t>对于工作量评估不太完备。</a:t>
            </a:r>
            <a:endParaRPr lang="zh-CN"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3249295" y="2249805"/>
            <a:ext cx="6800850" cy="1981200"/>
          </a:xfrm>
        </p:spPr>
        <p:txBody>
          <a:bodyPr>
            <a:normAutofit/>
          </a:bodyPr>
          <a:p>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四、收获和感受及给</a:t>
            </a:r>
            <a: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t>部门建议 </a:t>
            </a:r>
            <a:br>
              <a:rPr lang="zh-CN" altLang="en-US" sz="3600" b="1" dirty="0">
                <a:solidFill>
                  <a:srgbClr val="184199"/>
                </a:solidFill>
                <a:latin typeface="微软雅黑" panose="020B0503020204020204" charset="-122"/>
                <a:ea typeface="微软雅黑" panose="020B0503020204020204" charset="-122"/>
                <a:cs typeface="微软雅黑" panose="020B0503020204020204" charset="-122"/>
                <a:sym typeface="+mn-ea"/>
              </a:rPr>
            </a:br>
            <a:endParaRPr lang="zh-CN" altLang="en-US" sz="1780"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p:sp>
        <p:nvSpPr>
          <p:cNvPr id="2" name="标题 1"/>
          <p:cNvSpPr>
            <a:spLocks noGrp="1"/>
          </p:cNvSpPr>
          <p:nvPr>
            <p:ph type="title"/>
          </p:nvPr>
        </p:nvSpPr>
        <p:spPr>
          <a:xfrm>
            <a:off x="0" y="0"/>
            <a:ext cx="3188335" cy="693420"/>
          </a:xfrm>
        </p:spPr>
        <p:txBody>
          <a:bodyPr>
            <a:normAutofit/>
          </a:bodyPr>
          <a:p>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收获</a:t>
            </a:r>
            <a:r>
              <a:rPr lang="en-US" altLang="zh-CN" sz="2600" b="1" dirty="0">
                <a:solidFill>
                  <a:srgbClr val="184199"/>
                </a:solidFill>
                <a:latin typeface="微软雅黑" panose="020B0503020204020204" charset="-122"/>
                <a:ea typeface="微软雅黑" panose="020B0503020204020204" charset="-122"/>
                <a:cs typeface="微软雅黑" panose="020B0503020204020204" charset="-122"/>
                <a:sym typeface="+mn-ea"/>
              </a:rPr>
              <a:t>&amp;</a:t>
            </a:r>
            <a:r>
              <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rPr>
              <a:t>感受</a:t>
            </a:r>
            <a:endParaRPr lang="zh-CN" altLang="en-US" sz="2600" b="1" dirty="0">
              <a:solidFill>
                <a:srgbClr val="184199"/>
              </a:solidFill>
              <a:latin typeface="微软雅黑" panose="020B0503020204020204" charset="-122"/>
              <a:ea typeface="微软雅黑" panose="020B0503020204020204" charset="-122"/>
              <a:cs typeface="微软雅黑" panose="020B0503020204020204" charset="-122"/>
              <a:sym typeface="+mn-ea"/>
            </a:endParaRPr>
          </a:p>
        </p:txBody>
      </p:sp>
      <p:cxnSp>
        <p:nvCxnSpPr>
          <p:cNvPr id="6" name="直接连接符 5"/>
          <p:cNvCxnSpPr/>
          <p:nvPr/>
        </p:nvCxnSpPr>
        <p:spPr>
          <a:xfrm>
            <a:off x="221615" y="594360"/>
            <a:ext cx="11718290" cy="0"/>
          </a:xfrm>
          <a:prstGeom prst="line">
            <a:avLst/>
          </a:prstGeom>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814705" y="1088390"/>
            <a:ext cx="8686165" cy="1400810"/>
          </a:xfrm>
          <a:prstGeom prst="rect">
            <a:avLst/>
          </a:prstGeom>
          <a:noFill/>
        </p:spPr>
        <p:txBody>
          <a:bodyPr wrap="square" rtlCol="0">
            <a:noAutofit/>
          </a:bodyPr>
          <a:p>
            <a:r>
              <a:rPr lang="zh-CN" altLang="en-US" sz="2400" b="1"/>
              <a:t>收获：</a:t>
            </a:r>
            <a:endParaRPr lang="zh-CN" altLang="en-US" sz="2400" b="1"/>
          </a:p>
          <a:p>
            <a:endParaRPr lang="zh-CN" altLang="en-US"/>
          </a:p>
          <a:p>
            <a:r>
              <a:rPr lang="en-US" altLang="zh-CN" sz="2000"/>
              <a:t>1.</a:t>
            </a:r>
            <a:r>
              <a:rPr lang="zh-CN" altLang="en-US" sz="2000"/>
              <a:t>学会了如何快速理解需求，在陌生的项目和模块中快速上手，高效编码。</a:t>
            </a:r>
            <a:endParaRPr lang="zh-CN" altLang="en-US" sz="2000"/>
          </a:p>
          <a:p>
            <a:r>
              <a:rPr lang="en-US" altLang="zh-CN" sz="2000"/>
              <a:t>2.</a:t>
            </a:r>
            <a:r>
              <a:rPr lang="zh-CN" altLang="en-US" sz="2000"/>
              <a:t>进行数据库索引设计和查询语句编写时，应该慎重谨慎，避免造成慢查询。</a:t>
            </a:r>
            <a:endParaRPr lang="zh-CN" altLang="en-US" sz="2000"/>
          </a:p>
        </p:txBody>
      </p:sp>
      <p:sp>
        <p:nvSpPr>
          <p:cNvPr id="4" name="文本框 3"/>
          <p:cNvSpPr txBox="1"/>
          <p:nvPr/>
        </p:nvSpPr>
        <p:spPr>
          <a:xfrm>
            <a:off x="814705" y="2731770"/>
            <a:ext cx="8742680" cy="1638935"/>
          </a:xfrm>
          <a:prstGeom prst="rect">
            <a:avLst/>
          </a:prstGeom>
          <a:noFill/>
        </p:spPr>
        <p:txBody>
          <a:bodyPr wrap="square" rtlCol="0">
            <a:noAutofit/>
          </a:bodyPr>
          <a:p>
            <a:r>
              <a:rPr lang="zh-CN" altLang="en-US" sz="2400" b="1"/>
              <a:t>感受：</a:t>
            </a:r>
            <a:endParaRPr lang="zh-CN" altLang="en-US" sz="2400" b="1"/>
          </a:p>
          <a:p>
            <a:br>
              <a:rPr lang="zh-CN" altLang="en-US"/>
            </a:br>
            <a:r>
              <a:rPr lang="en-US" altLang="zh-CN" sz="2000"/>
              <a:t>1.</a:t>
            </a:r>
            <a:r>
              <a:rPr lang="zh-CN" altLang="en-US" sz="2000"/>
              <a:t>同事间氛围好，沟通简单高效，</a:t>
            </a:r>
            <a:endParaRPr lang="zh-CN" altLang="en-US" sz="2000"/>
          </a:p>
          <a:p>
            <a:r>
              <a:rPr lang="en-US" altLang="zh-CN" sz="2000"/>
              <a:t>2.</a:t>
            </a:r>
            <a:r>
              <a:rPr lang="zh-CN" altLang="en-US" sz="2000"/>
              <a:t>积极推动新技术，</a:t>
            </a:r>
            <a:r>
              <a:rPr lang="en-US" altLang="zh-CN" sz="2000"/>
              <a:t>ai</a:t>
            </a:r>
            <a:r>
              <a:rPr lang="zh-CN" altLang="en-US" sz="2000"/>
              <a:t>氛围浓厚。</a:t>
            </a:r>
            <a:endParaRPr lang="zh-CN" altLang="en-US" sz="2000"/>
          </a:p>
        </p:txBody>
      </p:sp>
      <p:sp>
        <p:nvSpPr>
          <p:cNvPr id="5" name="文本框 4"/>
          <p:cNvSpPr txBox="1"/>
          <p:nvPr/>
        </p:nvSpPr>
        <p:spPr>
          <a:xfrm>
            <a:off x="814705" y="4702810"/>
            <a:ext cx="9685655" cy="1651000"/>
          </a:xfrm>
          <a:prstGeom prst="rect">
            <a:avLst/>
          </a:prstGeom>
          <a:noFill/>
        </p:spPr>
        <p:txBody>
          <a:bodyPr wrap="square" rtlCol="0">
            <a:noAutofit/>
          </a:bodyPr>
          <a:p>
            <a:r>
              <a:rPr lang="zh-CN" altLang="en-US" sz="2400" b="1"/>
              <a:t>给部门的建议</a:t>
            </a:r>
            <a:endParaRPr lang="zh-CN" altLang="en-US" sz="2400" b="1"/>
          </a:p>
          <a:p>
            <a:endParaRPr lang="zh-CN" altLang="en-US"/>
          </a:p>
          <a:p>
            <a:r>
              <a:rPr lang="en-US" altLang="zh-CN" sz="2000">
                <a:sym typeface="+mn-ea"/>
              </a:rPr>
              <a:t>1. </a:t>
            </a:r>
            <a:r>
              <a:rPr lang="zh-CN" altLang="en-US" sz="2000">
                <a:sym typeface="+mn-ea"/>
              </a:rPr>
              <a:t>考虑让每一位开发对用例编写进行建议，转测后让作者为自己的模块写用例编写建议，尽可能全面覆盖。</a:t>
            </a:r>
            <a:endParaRPr lang="zh-CN" altLang="en-US" sz="2000"/>
          </a:p>
          <a:p>
            <a:r>
              <a:rPr lang="en-US" altLang="zh-CN" sz="2000">
                <a:sym typeface="+mn-ea"/>
              </a:rPr>
              <a:t>2. </a:t>
            </a:r>
            <a:r>
              <a:rPr lang="zh-CN" altLang="en-US" sz="2000">
                <a:sym typeface="+mn-ea"/>
              </a:rPr>
              <a:t>维护一个专业术语文档，降低沟通成本与新人融入理解</a:t>
            </a:r>
            <a:r>
              <a:rPr lang="zh-CN" altLang="en-US" sz="2000">
                <a:sym typeface="+mn-ea"/>
              </a:rPr>
              <a:t>难度。</a:t>
            </a:r>
            <a:endParaRPr lang="zh-CN" altLang="en-US" sz="200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占位符 20"/>
          <p:cNvSpPr>
            <a:spLocks noGrp="1"/>
          </p:cNvSpPr>
          <p:nvPr/>
        </p:nvSpPr>
        <p:spPr>
          <a:xfrm>
            <a:off x="6554258" y="4549813"/>
            <a:ext cx="4621033" cy="377688"/>
          </a:xfrm>
          <a:prstGeom prst="rect">
            <a:avLst/>
          </a:prstGeom>
          <a:noFill/>
        </p:spPr>
        <p:txBody>
          <a:bodyPr vert="horz" lIns="91440" tIns="45720" rIns="91440" bIns="45720" rtlCol="0">
            <a:normAutofit/>
          </a:bodyPr>
          <a:lstStyle>
            <a:lvl1pPr marL="0" indent="0" algn="r" defTabSz="914400" rtl="0" eaLnBrk="1" latinLnBrk="0" hangingPunct="1">
              <a:lnSpc>
                <a:spcPct val="90000"/>
              </a:lnSpc>
              <a:spcBef>
                <a:spcPts val="1000"/>
              </a:spcBef>
              <a:buFontTx/>
              <a:buNone/>
              <a:defRPr sz="180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dirty="0"/>
          </a:p>
        </p:txBody>
      </p:sp>
      <p:sp>
        <p:nvSpPr>
          <p:cNvPr id="4" name="文本框 3"/>
          <p:cNvSpPr txBox="1"/>
          <p:nvPr/>
        </p:nvSpPr>
        <p:spPr>
          <a:xfrm>
            <a:off x="4483947" y="2697310"/>
            <a:ext cx="6745915" cy="1323439"/>
          </a:xfrm>
          <a:prstGeom prst="rect">
            <a:avLst/>
          </a:prstGeom>
          <a:noFill/>
        </p:spPr>
        <p:txBody>
          <a:bodyPr wrap="square" rtlCol="0">
            <a:spAutoFit/>
          </a:bodyPr>
          <a:lstStyle/>
          <a:p>
            <a:r>
              <a:rPr kumimoji="1" lang="zh-CN" altLang="en-US" sz="8000" b="1" dirty="0">
                <a:solidFill>
                  <a:srgbClr val="184199"/>
                </a:solidFill>
                <a:latin typeface="微软雅黑" panose="020B0503020204020204" charset="-122"/>
                <a:ea typeface="微软雅黑" panose="020B0503020204020204" charset="-122"/>
                <a:cs typeface="微软雅黑" panose="020B0503020204020204" charset="-122"/>
                <a:sym typeface="+mn-ea"/>
              </a:rPr>
              <a:t>THANK YOU</a:t>
            </a:r>
            <a:endParaRPr kumimoji="1" lang="zh-CN" altLang="en-US" sz="8000" b="1" dirty="0">
              <a:solidFill>
                <a:srgbClr val="18419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BEAUTIFY_FLAG" val="#fgm#"/>
  <p:tag name="KSO_WM_FIGMA_FLAG" val="#fgm#"/>
  <p:tag name="KSO_WM_UNIT_INDEX" val="1"/>
  <p:tag name="KSO_WM_UNIT_TYPE" val="a"/>
  <p:tag name="KSO_WM_LAYOUT_CHECK_HASH" val="8fa4b9b103b269a3a0e49c1f7e79ba10cc18eea3"/>
  <p:tag name="KSO_WM_NEWLAYOUT_GROUP_ID" val="layout_48"/>
  <p:tag name="KSO_WM_NEWLAYOUT_ID" val="slide_f40f4095b76ee3a8"/>
</p:tagLst>
</file>

<file path=ppt/tags/tag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4.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5.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6.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7.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0.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11.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1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1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4.xml><?xml version="1.0" encoding="utf-8"?>
<p:tagLst xmlns:p="http://schemas.openxmlformats.org/presentationml/2006/main">
  <p:tag name="KSO_WM_BEAUTIFY_FLAG" val="#fgm#"/>
  <p:tag name="KSO_WM_FIGMA_FLAG" val="#fgm#"/>
  <p:tag name="KSO_WM_UNIT_INDEX" val="1"/>
  <p:tag name="KSO_WM_UNIT_TYPE" val="a"/>
  <p:tag name="KSO_WM_LAYOUT_CHECK_HASH" val="09ac903452b35e0bb793972fe9e7c8773b5d5dba"/>
  <p:tag name="KSO_WM_NEWLAYOUT_GROUP_ID" val="layout_34"/>
  <p:tag name="KSO_WM_NEWLAYOUT_ID" val="slide_4ae229a2f1c7f65e"/>
</p:tagLst>
</file>

<file path=ppt/tags/tag15.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1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1.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2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4.xml><?xml version="1.0" encoding="utf-8"?>
<p:tagLst xmlns:p="http://schemas.openxmlformats.org/presentationml/2006/main">
  <p:tag name="KSO_WM_BEAUTIFY_FLAG" val="#fgm#"/>
  <p:tag name="KSO_WM_DIAGRAM_GROUP_CODE" val="1"/>
  <p:tag name="KSO_WM_FIGMA_FLAG" val="#fgm#"/>
  <p:tag name="KSO_WM_UNIT_INDEX" val="1_4_1"/>
  <p:tag name="KSO_WM_UNIT_TYPE" val="l_h_d"/>
</p:tagLst>
</file>

<file path=ppt/tags/tag25.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26.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27.xml><?xml version="1.0" encoding="utf-8"?>
<p:tagLst xmlns:p="http://schemas.openxmlformats.org/presentationml/2006/main">
  <p:tag name="KSO_WM_BEAUTIFY_FLAG" val="#fgm#"/>
  <p:tag name="KSO_WM_FIGMA_FLAG" val="#fgm#"/>
  <p:tag name="KSO_WM_UNIT_INDEX" val="1"/>
  <p:tag name="KSO_WM_UNIT_TYPE" val="a"/>
  <p:tag name="KSO_WM_LAYOUT_CHECK_HASH" val="02abdfd420d284aeaf3ac4c473cc5850e23b765e"/>
  <p:tag name="KSO_WM_NEWLAYOUT_GROUP_ID" val="layout_34"/>
  <p:tag name="KSO_WM_NEWLAYOUT_ID" val="slide_4acdb5d565d7a68b"/>
</p:tagLst>
</file>

<file path=ppt/tags/tag28.xml><?xml version="1.0" encoding="utf-8"?>
<p:tagLst xmlns:p="http://schemas.openxmlformats.org/presentationml/2006/main">
  <p:tag name="KSO_WM_BEAUTIFY_FLAG" val="#fgm#"/>
  <p:tag name="KSO_WM_DIAGRAM_GROUP_CODE" val="1"/>
  <p:tag name="KSO_WM_FIGMA_FLAG" val="#fgm#"/>
  <p:tag name="KSO_WM_UNIT_INDEX" val="1_1_1"/>
  <p:tag name="KSO_WM_UNIT_TYPE" val="l_h_d"/>
</p:tagLst>
</file>

<file path=ppt/tags/tag29.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30.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31.xml><?xml version="1.0" encoding="utf-8"?>
<p:tagLst xmlns:p="http://schemas.openxmlformats.org/presentationml/2006/main">
  <p:tag name="KSO_WM_BEAUTIFY_FLAG" val="#fgm#"/>
  <p:tag name="KSO_WM_DIAGRAM_GROUP_CODE" val="1"/>
  <p:tag name="KSO_WM_FIGMA_FLAG" val="#fgm#"/>
  <p:tag name="KSO_WM_UNIT_INDEX" val="1_2_1"/>
  <p:tag name="KSO_WM_UNIT_TYPE" val="l_h_d"/>
</p:tagLst>
</file>

<file path=ppt/tags/tag32.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3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4.xml><?xml version="1.0" encoding="utf-8"?>
<p:tagLst xmlns:p="http://schemas.openxmlformats.org/presentationml/2006/main">
  <p:tag name="KSO_WM_BEAUTIFY_FLAG" val="#fgm#"/>
  <p:tag name="KSO_WM_DIAGRAM_GROUP_CODE" val="1"/>
  <p:tag name="KSO_WM_FIGMA_FLAG" val="#fgm#"/>
  <p:tag name="KSO_WM_UNIT_INDEX" val="1_3_1"/>
  <p:tag name="KSO_WM_UNIT_TYPE" val="l_h_d"/>
</p:tagLst>
</file>

<file path=ppt/tags/tag35.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6.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37.xml><?xml version="1.0" encoding="utf-8"?>
<p:tagLst xmlns:p="http://schemas.openxmlformats.org/presentationml/2006/main">
  <p:tag name="KSO_WM_BEAUTIFY_FLAG" val="#fgm#"/>
  <p:tag name="KSO_WM_FIGMA_FLAG" val="#fgm#"/>
  <p:tag name="KSO_WM_UNIT_INDEX" val="1"/>
  <p:tag name="KSO_WM_UNIT_TYPE" val="a"/>
  <p:tag name="KSO_WM_LAYOUT_CHECK_HASH" val="8df86c29d84232a93d9342aecaa6fb1444807e1b"/>
  <p:tag name="KSO_WM_NEWLAYOUT_GROUP_ID" val="layout_27"/>
  <p:tag name="KSO_WM_NEWLAYOUT_ID" val="slide_32796d7565842e22"/>
</p:tagLst>
</file>

<file path=ppt/tags/tag38.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1_1"/>
  <p:tag name="KSO_WM_UNIT_TYPE" val="l_h_i"/>
</p:tagLst>
</file>

<file path=ppt/tags/tag39.xml><?xml version="1.0" encoding="utf-8"?>
<p:tagLst xmlns:p="http://schemas.openxmlformats.org/presentationml/2006/main">
  <p:tag name="KSO_WM_BEAUTIFY_FLAG" val="#fgm#"/>
  <p:tag name="KSO_WM_DIAGRAM_GROUP_CODE" val="1"/>
  <p:tag name="KSO_WM_FIGMA_FLAG" val="#fgm#"/>
  <p:tag name="KSO_WM_UNIT_INDEX" val="1_1_2"/>
  <p:tag name="KSO_WM_UNIT_SUBTYPE" val="d"/>
  <p:tag name="KSO_WM_UNIT_TYPE" val="l_h_i"/>
</p:tagLst>
</file>

<file path=ppt/tags/tag40.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41.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42.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2_1"/>
  <p:tag name="KSO_WM_UNIT_TYPE" val="l_h_i"/>
</p:tagLst>
</file>

<file path=ppt/tags/tag43.xml><?xml version="1.0" encoding="utf-8"?>
<p:tagLst xmlns:p="http://schemas.openxmlformats.org/presentationml/2006/main">
  <p:tag name="KSO_WM_BEAUTIFY_FLAG" val="#fgm#"/>
  <p:tag name="KSO_WM_DIAGRAM_GROUP_CODE" val="1"/>
  <p:tag name="KSO_WM_FIGMA_FLAG" val="#fgm#"/>
  <p:tag name="KSO_WM_UNIT_INDEX" val="1_2_2"/>
  <p:tag name="KSO_WM_UNIT_SUBTYPE" val="d"/>
  <p:tag name="KSO_WM_UNIT_TYPE" val="l_h_i"/>
</p:tagLst>
</file>

<file path=ppt/tags/tag44.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45.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46.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3_1"/>
  <p:tag name="KSO_WM_UNIT_TYPE" val="l_h_i"/>
</p:tagLst>
</file>

<file path=ppt/tags/tag47.xml><?xml version="1.0" encoding="utf-8"?>
<p:tagLst xmlns:p="http://schemas.openxmlformats.org/presentationml/2006/main">
  <p:tag name="KSO_WM_BEAUTIFY_FLAG" val="#fgm#"/>
  <p:tag name="KSO_WM_DIAGRAM_GROUP_CODE" val="1"/>
  <p:tag name="KSO_WM_FIGMA_FLAG" val="#fgm#"/>
  <p:tag name="KSO_WM_UNIT_INDEX" val="1_3_2"/>
  <p:tag name="KSO_WM_UNIT_SUBTYPE" val="d"/>
  <p:tag name="KSO_WM_UNIT_TYPE" val="l_h_i"/>
</p:tagLst>
</file>

<file path=ppt/tags/tag48.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49.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50.xml><?xml version="1.0" encoding="utf-8"?>
<p:tagLst xmlns:p="http://schemas.openxmlformats.org/presentationml/2006/main">
  <p:tag name="KSO_WM_FIGMA_DECORATION_INDEX" val="14"/>
  <p:tag name="$PH_EXT" val="2"/>
  <p:tag name="KSO_WM_BEAUTIFY_FLAG" val="#fgm#"/>
  <p:tag name="KSO_WM_DIAGRAM_GROUP_CODE" val="1"/>
  <p:tag name="KSO_WM_FIGMA_FLAG" val="#fgm#"/>
  <p:tag name="KSO_WM_SYNC_SLIDE_TEXT" val="1"/>
  <p:tag name="KSO_WM_UNIT_INDEX" val="1_4_1"/>
  <p:tag name="KSO_WM_UNIT_TYPE" val="l_h_i"/>
</p:tagLst>
</file>

<file path=ppt/tags/tag51.xml><?xml version="1.0" encoding="utf-8"?>
<p:tagLst xmlns:p="http://schemas.openxmlformats.org/presentationml/2006/main">
  <p:tag name="KSO_WM_BEAUTIFY_FLAG" val="#fgm#"/>
  <p:tag name="KSO_WM_DIAGRAM_GROUP_CODE" val="1"/>
  <p:tag name="KSO_WM_FIGMA_FLAG" val="#fgm#"/>
  <p:tag name="KSO_WM_UNIT_INDEX" val="1_4_2"/>
  <p:tag name="KSO_WM_UNIT_SUBTYPE" val="d"/>
  <p:tag name="KSO_WM_UNIT_TYPE" val="l_h_i"/>
</p:tagLst>
</file>

<file path=ppt/tags/tag52.xml><?xml version="1.0" encoding="utf-8"?>
<p:tagLst xmlns:p="http://schemas.openxmlformats.org/presentationml/2006/main">
  <p:tag name="KSO_WM_BEAUTIFY_FLAG" val="#fgm#"/>
  <p:tag name="KSO_WM_DIAGRAM_GROUP_CODE" val="1"/>
  <p:tag name="KSO_WM_FIGMA_FLAG" val="#fgm#"/>
  <p:tag name="KSO_WM_UNIT_INDEX" val="1_4_1"/>
  <p:tag name="KSO_WM_UNIT_TYPE" val="l_h_a"/>
</p:tagLst>
</file>

<file path=ppt/tags/tag5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54.xml><?xml version="1.0" encoding="utf-8"?>
<p:tagLst xmlns:p="http://schemas.openxmlformats.org/presentationml/2006/main">
  <p:tag name="KSO_WM_UNIT_TABLE_BEAUTIFY" val="smartTable{667e3505-6e8b-4958-9a4b-37536fc85886}"/>
  <p:tag name="KSO_WM_BEAUTIFY_FLAG" val=""/>
  <p:tag name="TABLE_ENDDRAG_ORIGIN_RECT" val="915*407"/>
  <p:tag name="TABLE_ENDDRAG_RECT" val="20*18*915*407"/>
</p:tagLst>
</file>

<file path=ppt/tags/tag5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49_1*l_h_i*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0"/>
</p:tagLst>
</file>

<file path=ppt/tags/tag5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49_1*l_h_i*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5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49_1*l_h_f*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FILL_TYPE" val="1"/>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USESOURCEFORMAT_APPLY" val="0"/>
</p:tagLst>
</file>

<file path=ppt/tags/tag5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49_1*l_h_f*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07"/>
  <p:tag name="KSO_WM_UNIT_TEXT_TYPE" val="1"/>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根据需要可酌情增减文字，以便观者准确地理解您传达的思想。"/>
  <p:tag name="KSO_WM_UNIT_TEXT_FILL_FORE_SCHEMECOLOR_INDEX" val="1"/>
  <p:tag name="KSO_WM_UNIT_TEXT_FILL_TYPE" val="1"/>
  <p:tag name="KSO_WM_UNIT_USESOURCEFORMAT_APPLY" val="0"/>
</p:tagLst>
</file>

<file path=ppt/tags/tag59.xml><?xml version="1.0" encoding="utf-8"?>
<p:tagLst xmlns:p="http://schemas.openxmlformats.org/presentationml/2006/main">
  <p:tag name="KSO_WM_DIAGRAM_VERSION" val="3"/>
  <p:tag name="KSO_WM_DIAGRAM_COLOR_TRICK" val="1"/>
  <p:tag name="KSO_WM_DIAGRAM_COLOR_TEXT_CAN_REMOVE" val="n"/>
  <p:tag name="KSO_WM_UNIT_VALUE" val="201*15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3249_1*l_h_x*1_1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6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49_1*l_h_a*1_1_1"/>
  <p:tag name="KSO_WM_TEMPLATE_CATEGORY" val="diagram"/>
  <p:tag name="KSO_WM_TEMPLATE_INDEX" val="20233249"/>
  <p:tag name="KSO_WM_UNIT_LAYERLEVEL" val="1_1_1"/>
  <p:tag name="KSO_WM_TAG_VERSION" val="3.0"/>
  <p:tag name="KSO_WM_DIAGRAM_VERSION" val="3"/>
  <p:tag name="KSO_WM_DIAGRAM_COLOR_TRICK" val="1"/>
  <p:tag name="KSO_WM_DIAGRAM_COLOR_TEXT_CAN_REMOVE" val="n"/>
  <p:tag name="KSO_WM_UNIT_TEXT_FILL_TYPE" val="1"/>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TYPE" val="1"/>
  <p:tag name="KSO_WM_UNIT_USESOURCEFORMAT_APPLY" val="0"/>
</p:tagLst>
</file>

<file path=ppt/tags/tag61.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49_1*l_h_a*1_2_1"/>
  <p:tag name="KSO_WM_TEMPLATE_CATEGORY" val="diagram"/>
  <p:tag name="KSO_WM_TEMPLATE_INDEX" val="20233249"/>
  <p:tag name="KSO_WM_UNIT_LAYERLEVEL" val="1_1_1"/>
  <p:tag name="KSO_WM_TAG_VERSION" val="3.0"/>
  <p:tag name="KSO_WM_DIAGRAM_VERSION" val="3"/>
  <p:tag name="KSO_WM_DIAGRAM_COLOR_TRICK" val="1"/>
  <p:tag name="KSO_WM_DIAGRAM_COLOR_TEXT_CAN_REMOVE" val="n"/>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标题"/>
  <p:tag name="KSO_WM_UNIT_TEXT_FILL_FORE_SCHEMECOLOR_INDEX" val="1"/>
  <p:tag name="KSO_WM_UNIT_TEXT_FILL_TYPE" val="1"/>
  <p:tag name="KSO_WM_UNIT_TEXT_TYPE" val="1"/>
  <p:tag name="KSO_WM_UNIT_USESOURCEFORMAT_APPLY" val="0"/>
</p:tagLst>
</file>

<file path=ppt/tags/tag62.xml><?xml version="1.0" encoding="utf-8"?>
<p:tagLst xmlns:p="http://schemas.openxmlformats.org/presentationml/2006/main">
  <p:tag name="KSO_WM_DIAGRAM_VERSION" val="3"/>
  <p:tag name="KSO_WM_DIAGRAM_COLOR_TRICK" val="1"/>
  <p:tag name="KSO_WM_DIAGRAM_COLOR_TEXT_CAN_REMOVE" val="n"/>
  <p:tag name="KSO_WM_UNIT_VALUE" val="188*188"/>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49_1*l_h_x*1_2_1"/>
  <p:tag name="KSO_WM_TEMPLATE_CATEGORY" val="diagram"/>
  <p:tag name="KSO_WM_TEMPLATE_INDEX" val="20233249"/>
  <p:tag name="KSO_WM_UNIT_LAYERLEVEL" val="1_1_1"/>
  <p:tag name="KSO_WM_TAG_VERSION" val="3.0"/>
  <p:tag name="KSO_WM_DIAGRAM_MAX_ITEMCNT" val="2"/>
  <p:tag name="KSO_WM_DIAGRAM_MIN_ITEMCNT" val="2"/>
  <p:tag name="KSO_WM_DIAGRAM_VIRTUALLY_FRAME" val="{&quot;height&quot;:388.53968503937006,&quot;left&quot;:54.803149548628156,&quot;top&quot;:105.62511811023619,&quot;width&quot;:844.438110351562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0"/>
</p:tagLst>
</file>

<file path=ppt/tags/tag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1*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1.299993896484374,&quot;top&quot;:128.09999389648436,&quot;width&quot;:854.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64.xml><?xml version="1.0" encoding="utf-8"?>
<p:tagLst xmlns:p="http://schemas.openxmlformats.org/presentationml/2006/main">
  <p:tag name="KSO_WM_DIAGRAM_VIRTUALLY_FRAME" val="{&quot;height&quot;:343.45001220703125,&quot;left&quot;:51.299993896484374,&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VALUE" val="144"/>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1*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0"/>
</p:tagLst>
</file>

<file path=ppt/tags/tag6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1*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1.299993896484374,&quot;top&quot;:128.09999389648436,&quot;width&quot;:854.450012207031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UNIT_USESOURCEFORMAT_APPLY" val="0"/>
</p:tagLst>
</file>

<file path=ppt/tags/tag66.xml><?xml version="1.0" encoding="utf-8"?>
<p:tagLst xmlns:p="http://schemas.openxmlformats.org/presentationml/2006/main">
  <p:tag name="KSO_WM_DIAGRAM_VIRTUALLY_FRAME" val="{&quot;height&quot;:343.45001220703125,&quot;left&quot;:51.299993896484374,&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1*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9"/>
  <p:tag name="KSO_WM_UNIT_PRESET_TEXT" val="单击此处添加文本具体内容，简明扼要地阐述您的观点。根据需要可酌情增减文字，以便观者准确地理解您传达的思想单击此处添加文本具体内容，简明扼要地阐述您的观点。根据需要简明扼要地阐述您的观点。"/>
  <p:tag name="KSO_WM_UNIT_FILL_TYPE" val="1"/>
  <p:tag name="KSO_WM_UNIT_FILL_FORE_SCHEMECOLOR_INDEX" val="2"/>
  <p:tag name="KSO_WM_UNIT_FILL_FORE_SCHEMECOLOR_INDEX_BRIGHTNESS" val="0"/>
  <p:tag name="KSO_WM_UNIT_LINE_FORE_SCHEMECOLOR_INDEX" val="8"/>
  <p:tag name="KSO_WM_UNIT_TEXT_FILL_FORE_SCHEMECOLOR_INDEX" val="1"/>
  <p:tag name="KSO_WM_UNIT_TEXT_FILL_TYPE" val="1"/>
  <p:tag name="KSO_WM_UNIT_LINE_FILL_TYPE" val="2"/>
  <p:tag name="KSO_WM_UNIT_USESOURCEFORMAT_APPLY" val="0"/>
</p:tagLst>
</file>

<file path=ppt/tags/tag67.xml><?xml version="1.0" encoding="utf-8"?>
<p:tagLst xmlns:p="http://schemas.openxmlformats.org/presentationml/2006/main">
  <p:tag name="KSO_WM_DIAGRAM_VIRTUALLY_FRAME" val="{&quot;height&quot;:343.45001220703125,&quot;left&quot;:51.299993896484374,&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1*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0"/>
</p:tagLst>
</file>

<file path=ppt/tags/tag68.xml><?xml version="1.0" encoding="utf-8"?>
<p:tagLst xmlns:p="http://schemas.openxmlformats.org/presentationml/2006/main">
  <p:tag name="KSO_WM_DIAGRAM_VIRTUALLY_FRAME" val="{&quot;height&quot;:343.45001220703125,&quot;left&quot;:51.299993896484374,&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1*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UNIT_USESOURCEFORMAT_APPLY" val="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a*1"/>
  <p:tag name="KSO_WM_TEMPLATE_CATEGORY" val="diagram"/>
  <p:tag name="KSO_WM_TEMPLATE_INDEX" val="20235155"/>
  <p:tag name="KSO_WM_UNIT_LAYERLEVEL" val="1"/>
  <p:tag name="KSO_WM_TAG_VERSION" val="3.0"/>
  <p:tag name="KSO_WM_BEAUTIFY_FLAG" val="#wm#"/>
  <p:tag name="KSO_WM_UNIT_ISCONTENTSTITLE" val="0"/>
  <p:tag name="KSO_WM_UNIT_ISNUMDGMTITLE" val="0"/>
  <p:tag name="KSO_WM_UNIT_NOCLEAR" val="0"/>
  <p:tag name="KSO_WM_UNIT_TYPE" val="a"/>
  <p:tag name="KSO_WM_UNIT_INDEX" val="1"/>
  <p:tag name="KSO_WM_UNIT_TEXT_TYPE" val="1"/>
  <p:tag name="KSO_WM_UNIT_VALUE" val="29"/>
  <p:tag name="KSO_WM_DIAGRAM_GROUP_CODE" val="m1-1"/>
  <p:tag name="KSO_WM_UNIT_PRESET_TEXT" val="单击此处添加文档标题内容"/>
  <p:tag name="KSO_WM_UNIT_TEXT_FILL_FORE_SCHEMECOLOR_INDEX" val="13"/>
  <p:tag name="KSO_WM_UNIT_TEXT_FILL_TYPE" val="1"/>
  <p:tag name="KSO_WM_UNIT_USESOURCEFORMAT_APPLY" val="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i*1_1"/>
  <p:tag name="KSO_WM_TEMPLATE_CATEGORY" val="diagram"/>
  <p:tag name="KSO_WM_TEMPLATE_INDEX" val="20235155"/>
  <p:tag name="KSO_WM_UNIT_LAYERLEVEL" val="1_1"/>
  <p:tag name="KSO_WM_TAG_VERSION" val="3.0"/>
  <p:tag name="KSO_WM_BEAUTIFY_FLAG" val="#wm#"/>
  <p:tag name="KSO_WM_UNIT_TYPE" val="m_i"/>
  <p:tag name="KSO_WM_UNIT_INDEX" val="1_1"/>
  <p:tag name="KSO_WM_DIAGRAM_GROUP_CODE" val="m1-1"/>
  <p:tag name="KSO_WM_DIAGRAM_VERSION" val="3"/>
  <p:tag name="KSO_WM_DIAGRAM_COLOR_TRICK" val="1"/>
  <p:tag name="KSO_WM_DIAGRAM_COLOR_TEXT_CAN_REMOVE" val="n"/>
  <p:tag name="KSO_WM_UNIT_LINE_FORE_SCHEMECOLOR_INDEX" val="5"/>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solidLine&quot;:{&quot;brightness&quot;:0,&quot;colorType&quot;:1,&quot;foreColorIndex&quot;:5,&quot;transparency&quot;:0.400000005960464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TEXT_FILL_FORE_SCHEMECOLOR_INDEX" val="13"/>
  <p:tag name="KSO_WM_UNIT_TEXT_FILL_TYPE" val="1"/>
  <p:tag name="KSO_WM_UNIT_USESOURCEFORMAT_APPLY" val="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2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2_1"/>
  <p:tag name="KSO_WM_UNIT_TEXT_TYPE" val="1"/>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f*1_1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1_1"/>
  <p:tag name="KSO_WM_UNIT_TEXT_TYPE" val="1"/>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81"/>
  <p:tag name="KSO_WM_DIAGRAM_GROUP_CODE" val="m1-1"/>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1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1_1"/>
  <p:tag name="KSO_WM_UNIT_TEXT_TYPE" val="1"/>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3_1"/>
  <p:tag name="KSO_WM_TEMPLATE_CATEGORY" val="diagram"/>
  <p:tag name="KSO_WM_TEMPLATE_INDEX" val="20235155"/>
  <p:tag name="KSO_WM_UNIT_LAYERLEVEL" val="1_1_1"/>
  <p:tag name="KSO_WM_TAG_VERSION" val="3.0"/>
  <p:tag name="KSO_WM_UNIT_SUBTYPE" val="d"/>
  <p:tag name="KSO_WM_UNIT_TEXT_LAYER_COUNT" val="1"/>
  <p:tag name="KSO_WM_UNIT_NOCLEAR" val="0"/>
  <p:tag name="KSO_WM_UNIT_TYPE" val="m_h_i"/>
  <p:tag name="KSO_WM_UNIT_INDEX" val="1_3_1"/>
  <p:tag name="KSO_WM_UNIT_TEXT_TYPE" val="1"/>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quot;brightness&quot;:0,&quot;colorType&quot;:1,&quot;foreColorIndex&quot;:5,&quot;pos&quot;:1,&quot;transparency&quot;:0.5400000214576721}],&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DIAGRAM_GROUP_CODE" val="m1-1"/>
  <p:tag name="KSO_WM_DIAGRAM_VERSION" val="3"/>
  <p:tag name="KSO_WM_DIAGRAM_COLOR_TRICK" val="1"/>
  <p:tag name="KSO_WM_DIAGRAM_COLOR_TEXT_CAN_REMOVE" val="n"/>
  <p:tag name="KSO_WM_UNIT_TEXT_FILL_FORE_SCHEMECOLOR_INDEX" val="3"/>
  <p:tag name="KSO_WM_UNIT_TEXT_FILL_TYPE" val="3"/>
  <p:tag name="KSO_WM_UNIT_USESOURCEFORMAT_APPLY" val="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1_2"/>
  <p:tag name="KSO_WM_TEMPLATE_CATEGORY" val="diagram"/>
  <p:tag name="KSO_WM_TEMPLATE_INDEX" val="20235155"/>
  <p:tag name="KSO_WM_UNIT_LAYERLEVEL" val="1_1_1"/>
  <p:tag name="KSO_WM_TAG_VERSION" val="3.0"/>
  <p:tag name="KSO_WM_BEAUTIFY_FLAG" val="#wm#"/>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1_3"/>
  <p:tag name="KSO_WM_TEMPLATE_CATEGORY" val="diagram"/>
  <p:tag name="KSO_WM_TEMPLATE_INDEX" val="20235155"/>
  <p:tag name="KSO_WM_UNIT_LAYERLEVEL" val="1_1_1"/>
  <p:tag name="KSO_WM_TAG_VERSION" val="3.0"/>
  <p:tag name="KSO_WM_BEAUTIFY_FLAG" val="#wm#"/>
  <p:tag name="KSO_WM_UNIT_TYPE" val="m_h_i"/>
  <p:tag name="KSO_WM_UNIT_INDEX" val="1_1_3"/>
  <p:tag name="KSO_WM_DIAGRAM_GROUP_CODE" val="m1-1"/>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2_2"/>
  <p:tag name="KSO_WM_TEMPLATE_CATEGORY" val="diagram"/>
  <p:tag name="KSO_WM_TEMPLATE_INDEX" val="20235155"/>
  <p:tag name="KSO_WM_UNIT_LAYERLEVEL" val="1_1_1"/>
  <p:tag name="KSO_WM_TAG_VERSION" val="3.0"/>
  <p:tag name="KSO_WM_BEAUTIFY_FLAG" val="#wm#"/>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2_3"/>
  <p:tag name="KSO_WM_TEMPLATE_CATEGORY" val="diagram"/>
  <p:tag name="KSO_WM_TEMPLATE_INDEX" val="20235155"/>
  <p:tag name="KSO_WM_UNIT_LAYERLEVEL" val="1_1_1"/>
  <p:tag name="KSO_WM_TAG_VERSION" val="3.0"/>
  <p:tag name="KSO_WM_BEAUTIFY_FLAG" val="#wm#"/>
  <p:tag name="KSO_WM_UNIT_TYPE" val="m_h_i"/>
  <p:tag name="KSO_WM_UNIT_INDEX" val="1_2_3"/>
  <p:tag name="KSO_WM_DIAGRAM_GROUP_CODE" val="m1-1"/>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3_2"/>
  <p:tag name="KSO_WM_TEMPLATE_CATEGORY" val="diagram"/>
  <p:tag name="KSO_WM_TEMPLATE_INDEX" val="20235155"/>
  <p:tag name="KSO_WM_UNIT_LAYERLEVEL" val="1_1_1"/>
  <p:tag name="KSO_WM_TAG_VERSION" val="3.0"/>
  <p:tag name="KSO_WM_BEAUTIFY_FLAG" val="#wm#"/>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i*1_3_3"/>
  <p:tag name="KSO_WM_TEMPLATE_CATEGORY" val="diagram"/>
  <p:tag name="KSO_WM_TEMPLATE_INDEX" val="20235155"/>
  <p:tag name="KSO_WM_UNIT_LAYERLEVEL" val="1_1_1"/>
  <p:tag name="KSO_WM_TAG_VERSION" val="3.0"/>
  <p:tag name="KSO_WM_BEAUTIFY_FLAG" val="#wm#"/>
  <p:tag name="KSO_WM_UNIT_TYPE" val="m_h_i"/>
  <p:tag name="KSO_WM_UNIT_INDEX" val="1_3_3"/>
  <p:tag name="KSO_WM_DIAGRAM_GROUP_CODE" val="m1-1"/>
  <p:tag name="KSO_WM_DIAGRAM_VERSION" val="3"/>
  <p:tag name="KSO_WM_DIAGRAM_COLOR_TRICK" val="1"/>
  <p:tag name="KSO_WM_DIAGRAM_COLOR_TEXT_CAN_REMOVE" val="n"/>
  <p:tag name="KSO_WM_UNIT_FILL_TYPE" val="3"/>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gradient&quot;:[{&quot;brightness&quot;:0,&quot;colorType&quot;:1,&quot;foreColorIndex&quot;:5,&quot;pos&quot;:0,&quot;transparency&quot;:0.699999988079071},{&quot;brightness&quot;:0,&quot;colorType&quot;:1,&quot;foreColorIndex&quot;:5,&quot;pos&quot;:1,&quot;transparency&quot;:0.30000001192092896}],&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f*1_2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2_1"/>
  <p:tag name="KSO_WM_UNIT_TEXT_TYPE" val="1"/>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81"/>
  <p:tag name="KSO_WM_DIAGRAM_GROUP_CODE" val="m1-1"/>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TEXT_FILL_FORE_SCHEMECOLOR_INDEX" val="1"/>
  <p:tag name="KSO_WM_UNIT_TEXT_FILL_TYPE" val="1"/>
  <p:tag name="KSO_WM_UNIT_USESOURCEFORMAT_APPLY" val="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55_1*m_h_f*1_3_1"/>
  <p:tag name="KSO_WM_TEMPLATE_CATEGORY" val="diagram"/>
  <p:tag name="KSO_WM_TEMPLATE_INDEX" val="20235155"/>
  <p:tag name="KSO_WM_UNIT_LAYERLEVEL" val="1_1_1"/>
  <p:tag name="KSO_WM_TAG_VERSION" val="3.0"/>
  <p:tag name="KSO_WM_UNIT_SUBTYPE" val="a"/>
  <p:tag name="KSO_WM_UNIT_TEXT_LAYER_COUNT" val="1"/>
  <p:tag name="KSO_WM_UNIT_NOCLEAR" val="0"/>
  <p:tag name="KSO_WM_UNIT_TYPE" val="m_h_f"/>
  <p:tag name="KSO_WM_UNIT_INDEX" val="1_3_1"/>
  <p:tag name="KSO_WM_UNIT_TEXT_TYPE" val="1"/>
  <p:tag name="KSO_WM_DIAGRAM_MAX_ITEMCNT" val="6"/>
  <p:tag name="KSO_WM_DIAGRAM_MIN_ITEMCNT" val="3"/>
  <p:tag name="KSO_WM_DIAGRAM_VIRTUALLY_FRAME" val="{&quot;height&quot;:380.45001220703125,&quot;left&quot;:53.85900354100022,&quot;top&quot;:113.07499389648437,&quot;width&quot;:851.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81"/>
  <p:tag name="KSO_WM_DIAGRAM_GROUP_CODE" val="m1-1"/>
  <p:tag name="KSO_WM_DIAGRAM_VERSION" val="3"/>
  <p:tag name="KSO_WM_DIAGRAM_COLOR_TRICK" val="1"/>
  <p:tag name="KSO_WM_DIAGRAM_COLOR_TEXT_CAN_REMOVE" val="n"/>
  <p:tag name="KSO_WM_UNIT_PRESET_TEXT" val="单击此处添加文本具体内容，简明扼要地阐述您的观点。根据需要可酌情增减文字的思想。"/>
  <p:tag name="KSO_WM_UNIT_TEXT_FILL_FORE_SCHEMECOLOR_INDEX" val="1"/>
  <p:tag name="KSO_WM_UNIT_TEXT_FILL_TYPE" val="1"/>
  <p:tag name="KSO_WM_UNIT_USESOURCEFORMAT_APPLY" val="0"/>
</p:tagLst>
</file>

<file path=ppt/tags/tag83.xml><?xml version="1.0" encoding="utf-8"?>
<p:tagLst xmlns:p="http://schemas.openxmlformats.org/presentationml/2006/main">
  <p:tag name="COMMONDATA" val="eyJoZGlkIjoiNzYxNmQ0NTQzODZkYjVhNWQ4M2YyM2UwMmJlMGFmMTgifQ=="/>
  <p:tag name="KSO_WPP_MARK_KEY" val="aee305e5-ee7b-477c-8733-37ddb4f4a707"/>
  <p:tag name="commondata" val="eyJoZGlkIjoiZmMzYzg5NzAzNDAzNGQ5ZjE0NTk1ZmQzNjJhOTY4YTIifQ=="/>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5856</Words>
  <Application>WPS 演示</Application>
  <PresentationFormat>宽屏</PresentationFormat>
  <Paragraphs>445</Paragraphs>
  <Slides>34</Slides>
  <Notes>23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34</vt:i4>
      </vt:variant>
    </vt:vector>
  </HeadingPairs>
  <TitlesOfParts>
    <vt:vector size="48" baseType="lpstr">
      <vt:lpstr>Arial</vt:lpstr>
      <vt:lpstr>宋体</vt:lpstr>
      <vt:lpstr>Wingdings</vt:lpstr>
      <vt:lpstr>微软雅黑</vt:lpstr>
      <vt:lpstr>Microsoft YaHei Bold</vt:lpstr>
      <vt:lpstr>Segoe Print</vt:lpstr>
      <vt:lpstr>Arial</vt:lpstr>
      <vt:lpstr>等线</vt:lpstr>
      <vt:lpstr>Calibri</vt:lpstr>
      <vt:lpstr>Arial Unicode MS</vt:lpstr>
      <vt:lpstr>等线 Light</vt:lpstr>
      <vt:lpstr>Calibri Light</vt:lpstr>
      <vt:lpstr>Office 主题</vt:lpstr>
      <vt:lpstr>1_Office 主题</vt:lpstr>
      <vt:lpstr>PowerPoint 演示文稿</vt:lpstr>
      <vt:lpstr>PowerPoint 演示文稿</vt:lpstr>
      <vt:lpstr>一、关键工作内容及成果   </vt:lpstr>
      <vt:lpstr>1. OA审批：mock-server研发</vt:lpstr>
      <vt:lpstr>1. OA审批：mock-server研发</vt:lpstr>
      <vt:lpstr>1. OA审批：mock-server研发</vt:lpstr>
      <vt:lpstr>1. OA审批：mock-server研发</vt:lpstr>
      <vt:lpstr>1. OA审批：mock-server研发</vt:lpstr>
      <vt:lpstr>1. OA审批：mock-server研发</vt:lpstr>
      <vt:lpstr>2. 数据地图</vt:lpstr>
      <vt:lpstr>2. 数据地图</vt:lpstr>
      <vt:lpstr>2. 数据地图</vt:lpstr>
      <vt:lpstr>2. 数据地图</vt:lpstr>
      <vt:lpstr>2. 数据地图</vt:lpstr>
      <vt:lpstr>2. 数据地图</vt:lpstr>
      <vt:lpstr>2. 数据地图</vt:lpstr>
      <vt:lpstr>3. 查询性能优化</vt:lpstr>
      <vt:lpstr>3. 查询性能优化</vt:lpstr>
      <vt:lpstr>3. 查询性能优化</vt:lpstr>
      <vt:lpstr>3. 查询性能优化</vt:lpstr>
      <vt:lpstr>3. 查询性能优化</vt:lpstr>
      <vt:lpstr>3. 查询性能优化</vt:lpstr>
      <vt:lpstr>3. 查询性能优化</vt:lpstr>
      <vt:lpstr>3. 查询性能优化</vt:lpstr>
      <vt:lpstr>3. 查询性能优化</vt:lpstr>
      <vt:lpstr>3. 查询性能优化</vt:lpstr>
      <vt:lpstr>二、AI融入到工作中</vt:lpstr>
      <vt:lpstr>AI融入到工作中</vt:lpstr>
      <vt:lpstr>AI融入到工作中</vt:lpstr>
      <vt:lpstr>三、我的成长经验分享  </vt:lpstr>
      <vt:lpstr> 成长经验分享 </vt:lpstr>
      <vt:lpstr>四、收获和感受及给部门建议  </vt:lpstr>
      <vt:lpstr>收获&amp;感受</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o。0</cp:lastModifiedBy>
  <cp:revision>2134</cp:revision>
  <cp:lastPrinted>2024-08-15T11:14:00Z</cp:lastPrinted>
  <dcterms:created xsi:type="dcterms:W3CDTF">2024-08-15T11:14:00Z</dcterms:created>
  <dcterms:modified xsi:type="dcterms:W3CDTF">2025-12-03T05:00:01Z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1CA6CBB04F3E489AA8123A69ACA4E733_13</vt:lpwstr>
  </property>
</Properties>
</file>